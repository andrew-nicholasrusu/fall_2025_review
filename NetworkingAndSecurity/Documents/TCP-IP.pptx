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8"/>
  </p:notesMasterIdLst>
  <p:handoutMasterIdLst>
    <p:handoutMasterId r:id="rId29"/>
  </p:handoutMasterIdLst>
  <p:sldIdLst>
    <p:sldId id="257" r:id="rId2"/>
    <p:sldId id="293" r:id="rId3"/>
    <p:sldId id="284" r:id="rId4"/>
    <p:sldId id="447" r:id="rId5"/>
    <p:sldId id="285" r:id="rId6"/>
    <p:sldId id="286" r:id="rId7"/>
    <p:sldId id="845" r:id="rId8"/>
    <p:sldId id="449" r:id="rId9"/>
    <p:sldId id="848" r:id="rId10"/>
    <p:sldId id="846" r:id="rId11"/>
    <p:sldId id="847" r:id="rId12"/>
    <p:sldId id="851" r:id="rId13"/>
    <p:sldId id="852" r:id="rId14"/>
    <p:sldId id="849" r:id="rId15"/>
    <p:sldId id="850" r:id="rId16"/>
    <p:sldId id="853" r:id="rId17"/>
    <p:sldId id="854" r:id="rId18"/>
    <p:sldId id="855" r:id="rId19"/>
    <p:sldId id="856" r:id="rId20"/>
    <p:sldId id="857" r:id="rId21"/>
    <p:sldId id="861" r:id="rId22"/>
    <p:sldId id="858" r:id="rId23"/>
    <p:sldId id="860" r:id="rId24"/>
    <p:sldId id="859" r:id="rId25"/>
    <p:sldId id="862" r:id="rId26"/>
    <p:sldId id="28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54" autoAdjust="0"/>
    <p:restoredTop sz="96327" autoAdjust="0"/>
  </p:normalViewPr>
  <p:slideViewPr>
    <p:cSldViewPr snapToGrid="0">
      <p:cViewPr varScale="1">
        <p:scale>
          <a:sx n="91" d="100"/>
          <a:sy n="91" d="100"/>
        </p:scale>
        <p:origin x="442" y="72"/>
      </p:cViewPr>
      <p:guideLst>
        <p:guide orient="horz" pos="2160"/>
        <p:guide pos="3840"/>
        <p:guide pos="7296"/>
        <p:guide orient="horz" pos="4128"/>
      </p:guideLst>
    </p:cSldViewPr>
  </p:slideViewPr>
  <p:notesTextViewPr>
    <p:cViewPr>
      <p:scale>
        <a:sx n="3" d="2"/>
        <a:sy n="3" d="2"/>
      </p:scale>
      <p:origin x="0" y="0"/>
    </p:cViewPr>
  </p:notesTextViewPr>
  <p:notesViewPr>
    <p:cSldViewPr snapToGrid="0" showGuides="1">
      <p:cViewPr varScale="1">
        <p:scale>
          <a:sx n="84" d="100"/>
          <a:sy n="84" d="100"/>
        </p:scale>
        <p:origin x="3834" y="3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Nicholas Rusu" userId="98514bf3-5aae-4dd8-8130-cc8b2dd13aae" providerId="ADAL" clId="{B4DF96CF-AEAC-457C-99F9-82C33AB4EAF7}"/>
    <pc:docChg chg="modSld sldOrd">
      <pc:chgData name="Andrew-Nicholas Rusu" userId="98514bf3-5aae-4dd8-8130-cc8b2dd13aae" providerId="ADAL" clId="{B4DF96CF-AEAC-457C-99F9-82C33AB4EAF7}" dt="2025-12-02T17:01:00.883" v="2" actId="20577"/>
      <pc:docMkLst>
        <pc:docMk/>
      </pc:docMkLst>
      <pc:sldChg chg="ord">
        <pc:chgData name="Andrew-Nicholas Rusu" userId="98514bf3-5aae-4dd8-8130-cc8b2dd13aae" providerId="ADAL" clId="{B4DF96CF-AEAC-457C-99F9-82C33AB4EAF7}" dt="2025-12-02T16:59:25.485" v="1"/>
        <pc:sldMkLst>
          <pc:docMk/>
          <pc:sldMk cId="2555894184" sldId="854"/>
        </pc:sldMkLst>
      </pc:sldChg>
      <pc:sldChg chg="modSp mod">
        <pc:chgData name="Andrew-Nicholas Rusu" userId="98514bf3-5aae-4dd8-8130-cc8b2dd13aae" providerId="ADAL" clId="{B4DF96CF-AEAC-457C-99F9-82C33AB4EAF7}" dt="2025-12-02T17:01:00.883" v="2" actId="20577"/>
        <pc:sldMkLst>
          <pc:docMk/>
          <pc:sldMk cId="1656128963" sldId="861"/>
        </pc:sldMkLst>
        <pc:spChg chg="mod">
          <ac:chgData name="Andrew-Nicholas Rusu" userId="98514bf3-5aae-4dd8-8130-cc8b2dd13aae" providerId="ADAL" clId="{B4DF96CF-AEAC-457C-99F9-82C33AB4EAF7}" dt="2025-12-02T17:01:00.883" v="2" actId="20577"/>
          <ac:spMkLst>
            <pc:docMk/>
            <pc:sldMk cId="1656128963" sldId="861"/>
            <ac:spMk id="3" creationId="{4F8939AA-C6E3-E023-D0E6-77186902318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8796EA6-6F25-4F19-87BA-7ADCC16DAEFF}" type="datetimeFigureOut">
              <a:rPr lang="en-US" smtClean="0"/>
              <a:t>12/2/2025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64E50CC-F33A-4EF4-9F12-93EC4A21A0CF}" type="slidenum">
              <a:rPr lang="en-US" smtClean="0"/>
              <a:t>‹#›</a:t>
            </a:fld>
            <a:endParaRPr lang="en-US" dirty="0"/>
          </a:p>
        </p:txBody>
      </p:sp>
    </p:spTree>
    <p:extLst>
      <p:ext uri="{BB962C8B-B14F-4D97-AF65-F5344CB8AC3E}">
        <p14:creationId xmlns:p14="http://schemas.microsoft.com/office/powerpoint/2010/main" val="132329507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4T15:21:36.934"/>
    </inkml:context>
    <inkml:brush xml:id="br0">
      <inkml:brushProperty name="width" value="0.025" units="cm"/>
      <inkml:brushProperty name="height" value="0.025" units="cm"/>
      <inkml:brushProperty name="color" value="#FFC114"/>
    </inkml:brush>
  </inkml:definitions>
  <inkml:trace contextRef="#ctx0" brushRef="#br0">5209 202 24575,'-10'-8'0,"-1"0"0,0 0 0,0 1 0,0 0 0,-1 1 0,0 0 0,-16-4 0,-91-24 0,58 22 0,-65-3 0,-19-3 0,0-7 0,-1 6 0,-192 1 0,-1563 20 0,1004-4 0,706 12 0,-333 61 0,207-22 0,263-43 0,28-4 0,1 1 0,-31 8 0,54-10 0,0 0 0,0 0 0,0 0 0,0 0 0,1 1 0,-1-1 0,0 0 0,1 1 0,-1 0 0,1-1 0,-1 1 0,1 0 0,0 0 0,-1-1 0,1 1 0,0 0 0,0 0 0,1 0 0,-1 1 0,0-1 0,1 0 0,-1 0 0,1 0 0,0 0 0,-1 1 0,1 2 0,3 63 0,-2-64 0,0 1 0,1 0 0,0 0 0,0 0 0,0 0 0,0 0 0,1-1 0,0 1 0,0-1 0,0 0 0,1 0 0,-1 0 0,1 0 0,0 0 0,0-1 0,0 0 0,0 0 0,1 0 0,0 0 0,-1-1 0,8 3 0,5 3 0,0-1 0,1-1 0,1 0 0,26 4 0,20-3 0,1-3 0,105-6 0,-46-1 0,-99 3 0,-1 0 0,1-3 0,0 0 0,-1-1 0,1-2 0,34-11 0,-15 4 0,1 2 0,0 2 0,1 2 0,54-1 0,-41 4 0,109-22 0,-97 7 0,-22 4 0,0 3 0,1 2 0,1 3 0,64-3 0,-21 11 0,0 4 0,119 21 0,-137-13 0,134 3 0,84-17 0,-107-2 0,1157 3 0,-1272-5 0,0-2 0,80-19 0,-93 15 0,-31 5-1365,-6-1-5461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4T15:21:41.880"/>
    </inkml:context>
    <inkml:brush xml:id="br0">
      <inkml:brushProperty name="width" value="0.025" units="cm"/>
      <inkml:brushProperty name="height" value="0.025" units="cm"/>
      <inkml:brushProperty name="color" value="#FFC114"/>
    </inkml:brush>
  </inkml:definitions>
  <inkml:trace contextRef="#ctx0" brushRef="#br0">1354 329 24575,'0'-5'0,"-1"1"0,0-1 0,0 0 0,0 1 0,-1-1 0,0 1 0,0-1 0,0 1 0,0 0 0,-1-1 0,1 1 0,-7-7 0,-44-43 0,43 45 0,-6-7 0,0 1 0,-1 0 0,-1 2 0,-1 0 0,0 0 0,0 2 0,-1 1 0,-1 0 0,0 1 0,0 2 0,-29-8 0,9 7 0,-9-2 0,-55-5 0,42 11 0,-110-10 0,-201 12 0,364 2 0,-1 2 0,0 0 0,0 0 0,1 1 0,-1 0 0,1 1 0,0 0 0,0 1 0,0 0 0,-15 11 0,19-12 0,1 0 0,-1 1 0,1 0 0,0 0 0,0 0 0,1 1 0,-1 0 0,1-1 0,1 2 0,-1-1 0,1 0 0,0 1 0,0-1 0,1 1 0,0 0 0,0 0 0,-1 8 0,3-12 0,0 0 0,0 0 0,0 0 0,1 1 0,-1-1 0,1 0 0,0 0 0,0 0 0,0 0 0,0 0 0,1 0 0,-1 0 0,1-1 0,-1 1 0,1 0 0,0-1 0,0 1 0,0-1 0,1 0 0,-1 1 0,1-1 0,-1 0 0,4 1 0,9 7 0,0-1 0,0-1 0,20 8 0,-3-2 0,137 68 0,-146-71 0,2-1 0,0-1 0,0-2 0,45 9 0,109 4 0,-12-1 0,-81-8 0,0-4 0,171-8 0,-254 1 0,1 0 0,-1 0 0,1 0 0,-1-1 0,0 1 0,0-1 0,1 0 0,-1 0 0,0 0 0,0 0 0,0-1 0,0 1 0,0-1 0,0 0 0,0 0 0,-1 0 0,1 0 0,-1 0 0,1 0 0,-1-1 0,2-3 0,-1 1 0,-1 0 0,0 0 0,0-1 0,-1 1 0,0-1 0,0 1 0,0-1 0,0 0 0,-1 1 0,0-1 0,-2-10 0,-2-77-1365,4 77-5461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4T15:21:54.455"/>
    </inkml:context>
    <inkml:brush xml:id="br0">
      <inkml:brushProperty name="width" value="0.025" units="cm"/>
      <inkml:brushProperty name="height" value="0.025" units="cm"/>
      <inkml:brushProperty name="color" value="#FFC114"/>
    </inkml:brush>
  </inkml:definitions>
  <inkml:trace contextRef="#ctx0" brushRef="#br0">1 88 24575,'14'-4'0,"0"0"0,0 0 0,1 2 0,-1-1 0,1 2 0,0 0 0,0 1 0,20 2 0,9-1 0,311 0 0,145-3 0,-208-33 0,-199 19 0,126-4 0,42 22-1365,-245-2-5461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4T15:21:55.875"/>
    </inkml:context>
    <inkml:brush xml:id="br0">
      <inkml:brushProperty name="width" value="0.025" units="cm"/>
      <inkml:brushProperty name="height" value="0.025" units="cm"/>
      <inkml:brushProperty name="color" value="#FFC114"/>
    </inkml:brush>
  </inkml:definitions>
  <inkml:trace contextRef="#ctx0" brushRef="#br0">1 0 24575,'10'1'0,"-1"1"0,1 0 0,-1 1 0,0 0 0,16 7 0,7 1 0,-20-7 0,0 0 0,1 0 0,-2 1 0,1 1 0,13 8 0,-23-13 0,0 0 0,0 0 0,-1 1 0,1-1 0,0 1 0,-1-1 0,1 1 0,-1 0 0,1-1 0,-1 1 0,0 0 0,0 0 0,0 0 0,0 0 0,0 0 0,0 0 0,-1 0 0,1 1 0,0-1 0,-1 0 0,0 0 0,0 0 0,0 1 0,0-1 0,0 0 0,0 0 0,0 1 0,-1-1 0,1 0 0,-1 0 0,1 0 0,-1 0 0,0 0 0,0 0 0,0 0 0,0 0 0,-3 4 0,-6 5-124,0 1 0,-1-2 0,0 1 0,-1-2 0,0 1 0,-1-2-1,1 0 1,-2 0 0,1-1 0,-17 6 0,11-6-6702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4T15:21:58.763"/>
    </inkml:context>
    <inkml:brush xml:id="br0">
      <inkml:brushProperty name="width" value="0.025" units="cm"/>
      <inkml:brushProperty name="height" value="0.025" units="cm"/>
      <inkml:brushProperty name="color" value="#FFC114"/>
    </inkml:brush>
  </inkml:definitions>
  <inkml:trace contextRef="#ctx0" brushRef="#br0">2965 474 24575,'-1'-3'0,"1"1"0,-1-1 0,0 0 0,1 0 0,-1 1 0,0-1 0,-1 1 0,1-1 0,0 1 0,-1-1 0,1 1 0,-1 0 0,0 0 0,0 0 0,0 0 0,0 0 0,0 0 0,-3-2 0,-49-29 0,41 26 0,-45-21 0,-1 2 0,-63-18 0,-34-15 0,103 35 0,26 11 0,-1 1 0,0 1 0,0 1 0,-1 2 0,-30-5 0,-176-38 0,21 4 0,-265 7 0,-2 40 0,192 3 0,26 17 0,116-6 0,138-13 0,-1 0 0,1 0 0,-1 1 0,1 0 0,0 1 0,0 0 0,0 0 0,-9 6 0,16-8 0,1-1 0,-1 1 0,1 0 0,-1 1 0,1-1 0,0 0 0,0 0 0,0 1 0,0-1 0,-1 0 0,2 1 0,-1-1 0,0 1 0,0-1 0,0 1 0,1 0 0,-1-1 0,1 1 0,-1 0 0,1 1 0,0 0 0,0 0 0,1 0 0,-1 0 0,1-1 0,0 1 0,0 0 0,0-1 0,0 1 0,1 0 0,-1-1 0,1 1 0,-1-1 0,1 0 0,0 1 0,0-1 0,3 2 0,45 52 0,-32-33 0,2-1 0,0-1 0,1-1 0,2-1 0,27 19 0,29 17 0,-60-40 0,0-1 0,1 0 0,1-2 0,43 19 0,21 0 0,2-5 0,2-3 0,-1-4 0,2-4 0,0-4 0,121 0 0,259-10 0,223-4 0,-664 1-455,0-2 0,51-14 0,-58 13-6371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4T15:22:10.023"/>
    </inkml:context>
    <inkml:brush xml:id="br0">
      <inkml:brushProperty name="width" value="0.025" units="cm"/>
      <inkml:brushProperty name="height" value="0.025" units="cm"/>
      <inkml:brushProperty name="color" value="#FFC114"/>
    </inkml:brush>
  </inkml:definitions>
  <inkml:trace contextRef="#ctx0" brushRef="#br0">14317 282 24575,'-6'-3'0,"0"1"0,0 0 0,0 1 0,0-1 0,0 1 0,-12 0 0,-8-2 0,-100-18 0,-571-81 0,358 97 0,181 8 0,-185 0 0,-350-6 0,578-7 0,-168-35 0,-12-2 0,166 42 0,81 5 0,-51-7 0,-77-10 0,-1 7 0,-278 19 0,108 30 0,-124 4 0,-676-42 0,522-4 0,-5591 3 0,6040-14 0,99 12 0,-417 4 0,472 1 0,1 1 0,0 1 0,0 1 0,0 1 0,1 1 0,0 0 0,1 2 0,-31 19 0,-12 14 0,-62 55 0,97-75 0,-6 1 0,23-17 0,0-1 0,1 1 0,0 0 0,1 1 0,-1 0 0,1 1 0,1-1 0,-12 18 0,19-24 0,0-1 0,-1 1 0,1 0 0,0-1 0,0 1 0,0 0 0,0-1 0,0 1 0,1 0 0,-1-1 0,0 1 0,1 0 0,-1-1 0,1 1 0,-1-1 0,1 1 0,0-1 0,0 1 0,0-1 0,0 1 0,0-1 0,0 0 0,0 0 0,0 1 0,1-1 0,-1 0 0,0 0 0,1 0 0,1 1 0,52 30 0,-38-23 0,2 2 0,1 0 0,-1-1 0,2-1 0,0-1 0,0 0 0,0-2 0,1-1 0,0 0 0,0-2 0,32 1 0,-41-3 0,87 1 0,151-17 0,-155 7 0,171 7 0,-122 4 0,3096-3 0,-3193-3 0,78-13 0,-79 9 0,76-4 0,2075 13 0,-2166-4 0,-1-1 0,41-9 0,30-4 0,262-34 0,-172 20 0,-99 21 0,134 5 0,-5 0 0,191-42 0,-236 22 0,233-3 0,2158 29 0,-1330-4 0,-688 46 0,-365-21 0,221-2 0,-386-21-70,35-4-1225,-44 0-5531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9C172E-A8B5-46F6-B05C-DFA3E2E0F207}" type="datetimeFigureOut">
              <a:rPr lang="en-US" smtClean="0"/>
              <a:t>11/28/2025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674CE4-FBD8-4481-AEFB-CA53E599A745}" type="slidenum">
              <a:rPr lang="en-US" smtClean="0"/>
              <a:t>‹#›</a:t>
            </a:fld>
            <a:endParaRPr lang="en-US" dirty="0"/>
          </a:p>
        </p:txBody>
      </p:sp>
    </p:spTree>
    <p:extLst>
      <p:ext uri="{BB962C8B-B14F-4D97-AF65-F5344CB8AC3E}">
        <p14:creationId xmlns:p14="http://schemas.microsoft.com/office/powerpoint/2010/main" val="1273268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674CE4-FBD8-4481-AEFB-CA53E599A745}" type="slidenum">
              <a:rPr lang="en-US" smtClean="0"/>
              <a:t>1</a:t>
            </a:fld>
            <a:endParaRPr lang="en-US" dirty="0"/>
          </a:p>
        </p:txBody>
      </p:sp>
    </p:spTree>
    <p:extLst>
      <p:ext uri="{BB962C8B-B14F-4D97-AF65-F5344CB8AC3E}">
        <p14:creationId xmlns:p14="http://schemas.microsoft.com/office/powerpoint/2010/main" val="2147974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9" name="Rectangle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3" name="Rectangle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4" name="Rectangle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5" name="Rectangle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6" name="Rectangle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7" name="Rectangle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useBgFill="1">
        <p:nvSpPr>
          <p:cNvPr id="30" name="Rounded Rectangle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useBgFill="1">
        <p:nvSpPr>
          <p:cNvPr id="31" name="Rounded Rectangle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7" name="Rectangle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0" name="Rectangle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1" name="Rectangle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8" name="Title 7"/>
          <p:cNvSpPr>
            <a:spLocks noGrp="1"/>
          </p:cNvSpPr>
          <p:nvPr>
            <p:ph type="ctrTitle"/>
          </p:nvPr>
        </p:nvSpPr>
        <p:spPr>
          <a:xfrm>
            <a:off x="609600" y="2389009"/>
            <a:ext cx="112776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dirty="0"/>
          </a:p>
        </p:txBody>
      </p:sp>
      <p:sp>
        <p:nvSpPr>
          <p:cNvPr id="17" name="Footer Placeholder 16"/>
          <p:cNvSpPr>
            <a:spLocks noGrp="1"/>
          </p:cNvSpPr>
          <p:nvPr>
            <p:ph type="ftr" sz="quarter" idx="11"/>
          </p:nvPr>
        </p:nvSpPr>
        <p:spPr>
          <a:xfrm>
            <a:off x="7265116" y="4205288"/>
            <a:ext cx="1727200" cy="457200"/>
          </a:xfrm>
        </p:spPr>
        <p:txBody>
          <a:bodyPr/>
          <a:lstStyle>
            <a:lvl1pPr>
              <a:defRPr>
                <a:solidFill>
                  <a:schemeClr val="accent2">
                    <a:lumMod val="75000"/>
                  </a:schemeClr>
                </a:solidFill>
              </a:defRPr>
            </a:lvl1pPr>
          </a:lstStyle>
          <a:p>
            <a:r>
              <a:rPr lang="en-US"/>
              <a:t>Add a footer</a:t>
            </a:r>
            <a:endParaRPr lang="en-US" dirty="0"/>
          </a:p>
        </p:txBody>
      </p:sp>
      <p:sp>
        <p:nvSpPr>
          <p:cNvPr id="28" name="Date Placeholder 27"/>
          <p:cNvSpPr>
            <a:spLocks noGrp="1"/>
          </p:cNvSpPr>
          <p:nvPr>
            <p:ph type="dt" sz="half" idx="10"/>
          </p:nvPr>
        </p:nvSpPr>
        <p:spPr>
          <a:xfrm>
            <a:off x="9043832" y="4206240"/>
            <a:ext cx="1280160" cy="457200"/>
          </a:xfrm>
        </p:spPr>
        <p:txBody>
          <a:bodyPr/>
          <a:lstStyle>
            <a:lvl1pPr>
              <a:defRPr>
                <a:solidFill>
                  <a:schemeClr val="accent2">
                    <a:lumMod val="75000"/>
                  </a:schemeClr>
                </a:solidFill>
              </a:defRPr>
            </a:lvl1pPr>
          </a:lstStyle>
          <a:p>
            <a:fld id="{4E708F12-96AD-4ED4-8132-A78F5E42C1F5}" type="datetime1">
              <a:rPr lang="en-US" smtClean="0"/>
              <a:pPr/>
              <a:t>11/28/2025</a:t>
            </a:fld>
            <a:endParaRPr lang="en-US" dirty="0"/>
          </a:p>
        </p:txBody>
      </p:sp>
      <p:sp>
        <p:nvSpPr>
          <p:cNvPr id="29" name="Slide Number Placehold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401CF334-2D5C-4859-84A6-CA7E6E43FAEB}" type="slidenum">
              <a:rPr lang="en-US" smtClean="0"/>
              <a:t>‹#›</a:t>
            </a:fld>
            <a:endParaRPr lang="en-US" dirty="0"/>
          </a:p>
        </p:txBody>
      </p:sp>
    </p:spTree>
    <p:extLst>
      <p:ext uri="{BB962C8B-B14F-4D97-AF65-F5344CB8AC3E}">
        <p14:creationId xmlns:p14="http://schemas.microsoft.com/office/powerpoint/2010/main" val="36011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lvl1pPr>
              <a:defRPr/>
            </a:lvl1pPr>
            <a:lvl5pPr>
              <a:defRPr/>
            </a:lvl5pPr>
            <a:lvl6pPr>
              <a:defRPr/>
            </a:lvl6p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7B98BEDD-6160-49BB-B372-861DE7DE9BA5}" type="datetime1">
              <a:rPr lang="en-US" smtClean="0"/>
              <a:t>11/28/2025</a:t>
            </a:fld>
            <a:endParaRPr lang="en-US" dirty="0"/>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dirty="0"/>
          </a:p>
        </p:txBody>
      </p:sp>
    </p:spTree>
    <p:extLst>
      <p:ext uri="{BB962C8B-B14F-4D97-AF65-F5344CB8AC3E}">
        <p14:creationId xmlns:p14="http://schemas.microsoft.com/office/powerpoint/2010/main" val="359430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68322"/>
            <a:ext cx="10363200" cy="1362075"/>
          </a:xfrm>
        </p:spPr>
        <p:txBody>
          <a:bodyPr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r>
              <a:rPr kumimoji="0" lang="en-US"/>
              <a:t>Click to edit Master title style</a:t>
            </a:r>
            <a:endParaRPr kumimoji="0" lang="en-US" dirty="0"/>
          </a:p>
        </p:txBody>
      </p:sp>
      <p:sp>
        <p:nvSpPr>
          <p:cNvPr id="3" name="Text Placehold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AAE819F-B7FD-4B29-8F66-9E318144BC2A}" type="datetime1">
              <a:rPr lang="en-US" smtClean="0"/>
              <a:t>11/28/2025</a:t>
            </a:fld>
            <a:endParaRPr lang="en-US" dirty="0"/>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dirty="0"/>
          </a:p>
        </p:txBody>
      </p:sp>
    </p:spTree>
    <p:extLst>
      <p:ext uri="{BB962C8B-B14F-4D97-AF65-F5344CB8AC3E}">
        <p14:creationId xmlns:p14="http://schemas.microsoft.com/office/powerpoint/2010/main" val="270512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609600" y="2249425"/>
            <a:ext cx="5384800" cy="4341875"/>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Content Placeholder 3"/>
          <p:cNvSpPr>
            <a:spLocks noGrp="1"/>
          </p:cNvSpPr>
          <p:nvPr>
            <p:ph sz="half" idx="2"/>
          </p:nvPr>
        </p:nvSpPr>
        <p:spPr>
          <a:xfrm>
            <a:off x="6197600" y="2249425"/>
            <a:ext cx="5384800" cy="4341875"/>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D4CA159C-B6E0-4F10-9F4A-2FA57003B139}" type="datetime1">
              <a:rPr lang="en-US" smtClean="0"/>
              <a:t>11/28/2025</a:t>
            </a:fld>
            <a:endParaRPr lang="en-US" dirty="0"/>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dirty="0"/>
          </a:p>
        </p:txBody>
      </p:sp>
    </p:spTree>
    <p:extLst>
      <p:ext uri="{BB962C8B-B14F-4D97-AF65-F5344CB8AC3E}">
        <p14:creationId xmlns:p14="http://schemas.microsoft.com/office/powerpoint/2010/main" val="344644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1143000"/>
            <a:ext cx="11176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508000" y="2244970"/>
            <a:ext cx="5388864" cy="457200"/>
          </a:xfrm>
          <a:solidFill>
            <a:schemeClr val="accent2">
              <a:lumMod val="60000"/>
              <a:lumOff val="4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Edit Master text styles</a:t>
            </a:r>
          </a:p>
        </p:txBody>
      </p:sp>
      <p:sp>
        <p:nvSpPr>
          <p:cNvPr id="5" name="Content Placehold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Text Placeholder 3"/>
          <p:cNvSpPr>
            <a:spLocks noGrp="1"/>
          </p:cNvSpPr>
          <p:nvPr>
            <p:ph type="body" sz="half" idx="3"/>
          </p:nvPr>
        </p:nvSpPr>
        <p:spPr>
          <a:xfrm>
            <a:off x="6294968" y="2244970"/>
            <a:ext cx="5389033" cy="457200"/>
          </a:xfrm>
          <a:solidFill>
            <a:schemeClr val="accent2">
              <a:lumMod val="60000"/>
              <a:lumOff val="4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Edit Master text styles</a:t>
            </a:r>
          </a:p>
        </p:txBody>
      </p:sp>
      <p:sp>
        <p:nvSpPr>
          <p:cNvPr id="6" name="Content Placehold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28" name="Footer Placeholder 27"/>
          <p:cNvSpPr>
            <a:spLocks noGrp="1"/>
          </p:cNvSpPr>
          <p:nvPr>
            <p:ph type="ftr" sz="quarter" idx="12"/>
          </p:nvPr>
        </p:nvSpPr>
        <p:spPr/>
        <p:txBody>
          <a:bodyPr rtlCol="0"/>
          <a:lstStyle/>
          <a:p>
            <a:r>
              <a:rPr lang="en-US" dirty="0"/>
              <a:t>Add a footer</a:t>
            </a:r>
          </a:p>
        </p:txBody>
      </p:sp>
      <p:sp>
        <p:nvSpPr>
          <p:cNvPr id="26" name="Date Placeholder 25"/>
          <p:cNvSpPr>
            <a:spLocks noGrp="1"/>
          </p:cNvSpPr>
          <p:nvPr>
            <p:ph type="dt" sz="half" idx="10"/>
          </p:nvPr>
        </p:nvSpPr>
        <p:spPr/>
        <p:txBody>
          <a:bodyPr rtlCol="0"/>
          <a:lstStyle/>
          <a:p>
            <a:fld id="{8170CBBB-D1D1-4386-A5E9-07F3477B78F3}" type="datetime1">
              <a:rPr lang="en-US" smtClean="0"/>
              <a:t>11/28/2025</a:t>
            </a:fld>
            <a:endParaRPr lang="en-US" dirty="0"/>
          </a:p>
        </p:txBody>
      </p:sp>
      <p:sp>
        <p:nvSpPr>
          <p:cNvPr id="27" name="Slide Number Placeholder 26"/>
          <p:cNvSpPr>
            <a:spLocks noGrp="1"/>
          </p:cNvSpPr>
          <p:nvPr>
            <p:ph type="sldNum" sz="quarter" idx="11"/>
          </p:nvPr>
        </p:nvSpPr>
        <p:spPr/>
        <p:txBody>
          <a:bodyPr rtlCol="0"/>
          <a:lstStyle/>
          <a:p>
            <a:fld id="{401CF334-2D5C-4859-84A6-CA7E6E43FAEB}" type="slidenum">
              <a:rPr lang="en-US" smtClean="0"/>
              <a:t>‹#›</a:t>
            </a:fld>
            <a:endParaRPr lang="en-US" dirty="0"/>
          </a:p>
        </p:txBody>
      </p:sp>
    </p:spTree>
    <p:extLst>
      <p:ext uri="{BB962C8B-B14F-4D97-AF65-F5344CB8AC3E}">
        <p14:creationId xmlns:p14="http://schemas.microsoft.com/office/powerpoint/2010/main" val="37071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en-US"/>
              <a:t>Click to edit Master title style</a:t>
            </a:r>
          </a:p>
        </p:txBody>
      </p:sp>
      <p:sp>
        <p:nvSpPr>
          <p:cNvPr id="4" name="Footer Placeholder 3"/>
          <p:cNvSpPr>
            <a:spLocks noGrp="1"/>
          </p:cNvSpPr>
          <p:nvPr>
            <p:ph type="ftr" sz="quarter" idx="11"/>
          </p:nvPr>
        </p:nvSpPr>
        <p:spPr>
          <a:xfrm>
            <a:off x="7010400" y="612648"/>
            <a:ext cx="1767840" cy="457200"/>
          </a:xfrm>
        </p:spPr>
        <p:txBody>
          <a:bodyPr/>
          <a:lstStyle/>
          <a:p>
            <a:r>
              <a:rPr lang="en-US" dirty="0"/>
              <a:t>Add a footer</a:t>
            </a:r>
          </a:p>
        </p:txBody>
      </p:sp>
      <p:sp>
        <p:nvSpPr>
          <p:cNvPr id="3" name="Date Placeholder 2"/>
          <p:cNvSpPr>
            <a:spLocks noGrp="1"/>
          </p:cNvSpPr>
          <p:nvPr>
            <p:ph type="dt" sz="half" idx="10"/>
          </p:nvPr>
        </p:nvSpPr>
        <p:spPr>
          <a:xfrm>
            <a:off x="8778240" y="612648"/>
            <a:ext cx="1276352" cy="457200"/>
          </a:xfrm>
        </p:spPr>
        <p:txBody>
          <a:bodyPr/>
          <a:lstStyle/>
          <a:p>
            <a:fld id="{9FA4CAD8-0EA7-4615-B69B-B2F199EF3A93}" type="datetime1">
              <a:rPr lang="en-US" smtClean="0"/>
              <a:t>11/28/2025</a:t>
            </a:fld>
            <a:endParaRPr lang="en-US" dirty="0"/>
          </a:p>
        </p:txBody>
      </p:sp>
      <p:sp>
        <p:nvSpPr>
          <p:cNvPr id="5" name="Slide Number Placeholder 4"/>
          <p:cNvSpPr>
            <a:spLocks noGrp="1"/>
          </p:cNvSpPr>
          <p:nvPr>
            <p:ph type="sldNum" sz="quarter" idx="12"/>
          </p:nvPr>
        </p:nvSpPr>
        <p:spPr>
          <a:xfrm>
            <a:off x="10899648" y="2272"/>
            <a:ext cx="1016000" cy="365760"/>
          </a:xfrm>
        </p:spPr>
        <p:txBody>
          <a:bodyPr/>
          <a:lstStyle/>
          <a:p>
            <a:fld id="{401CF334-2D5C-4859-84A6-CA7E6E43FAEB}" type="slidenum">
              <a:rPr lang="en-US" smtClean="0"/>
              <a:t>‹#›</a:t>
            </a:fld>
            <a:endParaRPr lang="en-US" dirty="0"/>
          </a:p>
        </p:txBody>
      </p:sp>
    </p:spTree>
    <p:extLst>
      <p:ext uri="{BB962C8B-B14F-4D97-AF65-F5344CB8AC3E}">
        <p14:creationId xmlns:p14="http://schemas.microsoft.com/office/powerpoint/2010/main" val="382195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B9234BD7-6953-492C-921B-E68B2D7F14C8}" type="datetime1">
              <a:rPr lang="en-US" smtClean="0"/>
              <a:t>11/28/2025</a:t>
            </a:fld>
            <a:endParaRPr lang="en-US" dirty="0"/>
          </a:p>
        </p:txBody>
      </p:sp>
      <p:sp>
        <p:nvSpPr>
          <p:cNvPr id="4" name="Slide Number Placeholder 3"/>
          <p:cNvSpPr>
            <a:spLocks noGrp="1"/>
          </p:cNvSpPr>
          <p:nvPr>
            <p:ph type="sldNum" sz="quarter" idx="12"/>
          </p:nvPr>
        </p:nvSpPr>
        <p:spPr/>
        <p:txBody>
          <a:bodyPr/>
          <a:lstStyle/>
          <a:p>
            <a:fld id="{401CF334-2D5C-4859-84A6-CA7E6E43FAEB}" type="slidenum">
              <a:rPr lang="en-US" smtClean="0"/>
              <a:t>‹#›</a:t>
            </a:fld>
            <a:endParaRPr lang="en-US" dirty="0"/>
          </a:p>
        </p:txBody>
      </p:sp>
    </p:spTree>
    <p:extLst>
      <p:ext uri="{BB962C8B-B14F-4D97-AF65-F5344CB8AC3E}">
        <p14:creationId xmlns:p14="http://schemas.microsoft.com/office/powerpoint/2010/main" val="113569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37995" y="1101970"/>
            <a:ext cx="4511040" cy="877824"/>
          </a:xfrm>
        </p:spPr>
        <p:txBody>
          <a:bodyPr anchor="b"/>
          <a:lstStyle>
            <a:lvl1pPr algn="l">
              <a:buNone/>
              <a:defRPr sz="1800" b="1"/>
            </a:lvl1pPr>
          </a:lstStyle>
          <a:p>
            <a:r>
              <a:rPr kumimoji="0" lang="en-US" dirty="0"/>
              <a:t>Edit Master title style</a:t>
            </a:r>
          </a:p>
        </p:txBody>
      </p:sp>
      <p:sp>
        <p:nvSpPr>
          <p:cNvPr id="4" name="Content Placeholder 3"/>
          <p:cNvSpPr>
            <a:spLocks noGrp="1"/>
          </p:cNvSpPr>
          <p:nvPr>
            <p:ph sz="half" idx="1"/>
          </p:nvPr>
        </p:nvSpPr>
        <p:spPr>
          <a:xfrm>
            <a:off x="203200" y="776287"/>
            <a:ext cx="6803136" cy="580508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3" name="Text Placeholder 2"/>
          <p:cNvSpPr>
            <a:spLocks noGrp="1"/>
          </p:cNvSpPr>
          <p:nvPr>
            <p:ph type="body" idx="2"/>
          </p:nvPr>
        </p:nvSpPr>
        <p:spPr>
          <a:xfrm>
            <a:off x="7137995" y="2010727"/>
            <a:ext cx="4511040" cy="4580573"/>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5A17D9B-D4D3-4E23-88DF-2E354FA43196}" type="datetime1">
              <a:rPr lang="en-US" smtClean="0"/>
              <a:t>11/28/2025</a:t>
            </a:fld>
            <a:endParaRPr lang="en-US" dirty="0"/>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dirty="0"/>
          </a:p>
        </p:txBody>
      </p:sp>
    </p:spTree>
    <p:extLst>
      <p:ext uri="{BB962C8B-B14F-4D97-AF65-F5344CB8AC3E}">
        <p14:creationId xmlns:p14="http://schemas.microsoft.com/office/powerpoint/2010/main" val="49868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541F67C5-D04E-4576-B61C-12ABA14BBD6C}" type="datetime1">
              <a:rPr lang="en-US" smtClean="0"/>
              <a:t>11/28/2025</a:t>
            </a:fld>
            <a:endParaRPr lang="en-US" dirty="0"/>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dirty="0"/>
          </a:p>
        </p:txBody>
      </p:sp>
    </p:spTree>
    <p:extLst>
      <p:ext uri="{BB962C8B-B14F-4D97-AF65-F5344CB8AC3E}">
        <p14:creationId xmlns:p14="http://schemas.microsoft.com/office/powerpoint/2010/main" val="188361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lvl1pPr>
              <a:defRPr/>
            </a:lvl1pPr>
            <a:lvl5pPr>
              <a:defRPr/>
            </a:lvl5p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7B7FA170-8299-44AD-AEEF-FC686C3D7804}" type="datetime1">
              <a:rPr lang="en-US" smtClean="0"/>
              <a:t>11/28/2025</a:t>
            </a:fld>
            <a:endParaRPr lang="en-US" dirty="0"/>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dirty="0"/>
          </a:p>
        </p:txBody>
      </p:sp>
    </p:spTree>
    <p:extLst>
      <p:ext uri="{BB962C8B-B14F-4D97-AF65-F5344CB8AC3E}">
        <p14:creationId xmlns:p14="http://schemas.microsoft.com/office/powerpoint/2010/main" val="346784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9042400" y="1143000"/>
            <a:ext cx="2540000" cy="5448300"/>
          </a:xfrm>
        </p:spPr>
        <p:txBody>
          <a:bodyPr vert="eaVert"/>
          <a:lstStyle>
            <a:lvl1pPr>
              <a:defRPr/>
            </a:lvl1pPr>
          </a:lstStyle>
          <a:p>
            <a:r>
              <a:rPr kumimoji="0" lang="en-US" dirty="0"/>
              <a:t>Edit Master title style</a:t>
            </a:r>
          </a:p>
        </p:txBody>
      </p:sp>
      <p:sp>
        <p:nvSpPr>
          <p:cNvPr id="3" name="Vertical Text Placeholder 2"/>
          <p:cNvSpPr>
            <a:spLocks noGrp="1"/>
          </p:cNvSpPr>
          <p:nvPr>
            <p:ph type="body" orient="vert" idx="1" hasCustomPrompt="1"/>
          </p:nvPr>
        </p:nvSpPr>
        <p:spPr>
          <a:xfrm>
            <a:off x="609600" y="1143000"/>
            <a:ext cx="8331200" cy="5448300"/>
          </a:xfrm>
        </p:spPr>
        <p:txBody>
          <a:bodyPr vert="eaVert"/>
          <a:lstStyle>
            <a:lvl5pPr>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2231763A-68EC-4ECD-9620-D9FE9CDDD622}" type="datetime1">
              <a:rPr lang="en-US" smtClean="0"/>
              <a:t>11/28/2025</a:t>
            </a:fld>
            <a:endParaRPr lang="en-US" dirty="0"/>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dirty="0"/>
          </a:p>
        </p:txBody>
      </p:sp>
    </p:spTree>
    <p:extLst>
      <p:ext uri="{BB962C8B-B14F-4D97-AF65-F5344CB8AC3E}">
        <p14:creationId xmlns:p14="http://schemas.microsoft.com/office/powerpoint/2010/main" val="29780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9" name="Rectangle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0" name="Rectangle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1" name="Rectangle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2" name="Rectangle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useBgFill="1">
        <p:nvSpPr>
          <p:cNvPr id="33" name="Rounded Rectangle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useBgFill="1">
        <p:nvSpPr>
          <p:cNvPr id="34" name="Rounded Rectangle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5" name="Rectangle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6" name="Rectangle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7" name="Rectangle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8" name="Rectangle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9" name="Rectangle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40" name="Rectangle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2" name="Title Placeholder 21"/>
          <p:cNvSpPr>
            <a:spLocks noGrp="1"/>
          </p:cNvSpPr>
          <p:nvPr>
            <p:ph type="title"/>
          </p:nvPr>
        </p:nvSpPr>
        <p:spPr>
          <a:xfrm>
            <a:off x="609600" y="1143000"/>
            <a:ext cx="10972800" cy="1066800"/>
          </a:xfrm>
          <a:prstGeom prst="rect">
            <a:avLst/>
          </a:prstGeom>
        </p:spPr>
        <p:txBody>
          <a:bodyPr vert="horz" anchor="ctr">
            <a:normAutofit/>
          </a:bodyPr>
          <a:lstStyle/>
          <a:p>
            <a:r>
              <a:rPr kumimoji="0" lang="en-US"/>
              <a:t>Click to edit Master title style</a:t>
            </a:r>
            <a:endParaRPr kumimoji="0" lang="en-US" dirty="0"/>
          </a:p>
        </p:txBody>
      </p:sp>
      <p:sp>
        <p:nvSpPr>
          <p:cNvPr id="13" name="Text Placeholder 12"/>
          <p:cNvSpPr>
            <a:spLocks noGrp="1"/>
          </p:cNvSpPr>
          <p:nvPr>
            <p:ph type="body" idx="1"/>
          </p:nvPr>
        </p:nvSpPr>
        <p:spPr>
          <a:xfrm>
            <a:off x="609600" y="2249424"/>
            <a:ext cx="10972800" cy="4325112"/>
          </a:xfrm>
          <a:prstGeom prst="rect">
            <a:avLst/>
          </a:prstGeom>
        </p:spPr>
        <p:txBody>
          <a:bodyPr vert="horz">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1100">
                <a:solidFill>
                  <a:schemeClr val="accent2">
                    <a:lumMod val="75000"/>
                  </a:schemeClr>
                </a:solidFill>
              </a:defRPr>
            </a:lvl1pPr>
          </a:lstStyle>
          <a:p>
            <a:r>
              <a:rPr lang="en-US"/>
              <a:t>Add a footer</a:t>
            </a:r>
            <a:endParaRPr lang="en-US" dirty="0"/>
          </a:p>
        </p:txBody>
      </p:sp>
      <p:sp>
        <p:nvSpPr>
          <p:cNvPr id="14" name="Date Placehold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1100">
                <a:solidFill>
                  <a:schemeClr val="accent2">
                    <a:lumMod val="75000"/>
                  </a:schemeClr>
                </a:solidFill>
              </a:defRPr>
            </a:lvl1pPr>
          </a:lstStyle>
          <a:p>
            <a:fld id="{C20F09E4-6EA4-4BF3-9FC8-FF40373B88E6}" type="datetime1">
              <a:rPr lang="en-US" smtClean="0"/>
              <a:pPr/>
              <a:t>11/28/2025</a:t>
            </a:fld>
            <a:endParaRPr lang="en-US" dirty="0"/>
          </a:p>
        </p:txBody>
      </p:sp>
      <p:sp>
        <p:nvSpPr>
          <p:cNvPr id="23" name="Slide Number Placehold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fld id="{401CF334-2D5C-4859-84A6-CA7E6E43FAEB}" type="slidenum">
              <a:rPr lang="en-US" smtClean="0"/>
              <a:t>‹#›</a:t>
            </a:fld>
            <a:endParaRPr lang="en-US" dirty="0"/>
          </a:p>
        </p:txBody>
      </p:sp>
    </p:spTree>
    <p:extLst>
      <p:ext uri="{BB962C8B-B14F-4D97-AF65-F5344CB8AC3E}">
        <p14:creationId xmlns:p14="http://schemas.microsoft.com/office/powerpoint/2010/main" val="21321717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lumMod val="75000"/>
          </a:schemeClr>
        </a:buClr>
        <a:buFont typeface="Georgia"/>
        <a:buChar char="•"/>
        <a:defRPr kumimoji="0" sz="2800" kern="1200">
          <a:solidFill>
            <a:schemeClr val="tx2"/>
          </a:solidFill>
          <a:latin typeface="+mn-lt"/>
          <a:ea typeface="+mn-ea"/>
          <a:cs typeface="+mn-cs"/>
        </a:defRPr>
      </a:lvl1pPr>
      <a:lvl2pPr marL="658368" indent="-246888" algn="l" rtl="0" eaLnBrk="1" latinLnBrk="0" hangingPunct="1">
        <a:spcBef>
          <a:spcPts val="300"/>
        </a:spcBef>
        <a:buClr>
          <a:schemeClr val="accent2">
            <a:lumMod val="75000"/>
          </a:schemeClr>
        </a:buClr>
        <a:buFont typeface="Georgia"/>
        <a:buChar char="▫"/>
        <a:defRPr kumimoji="0" sz="2600" kern="1200">
          <a:solidFill>
            <a:schemeClr val="tx2"/>
          </a:solidFill>
          <a:latin typeface="+mn-lt"/>
          <a:ea typeface="+mn-ea"/>
          <a:cs typeface="+mn-cs"/>
        </a:defRPr>
      </a:lvl2pPr>
      <a:lvl3pPr marL="923544" indent="-219456"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576" indent="-201168"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89888"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344"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29968"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orient="horz" pos="415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computer-networks/what-is-transmission-control-protocol-tcp/"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hyperlink" Target="https://www.geeksforgeeks.org/computer-networks/what-is-transmission-control-protocol-tcp/"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computer-networks/wrap-around-concept-and-tcp-sequence-number/"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customXml" Target="../ink/ink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customXml" Target="../ink/ink3.xml"/><Relationship Id="rId7" Type="http://schemas.openxmlformats.org/officeDocument/2006/relationships/customXml" Target="../ink/ink5.xml"/><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customXml" Target="../ink/ink4.xml"/><Relationship Id="rId10"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customXml" Target="../ink/ink6.xml"/></Relationships>
</file>

<file path=ppt/slides/_rels/slide25.xml.rels><?xml version="1.0" encoding="UTF-8" standalone="yes"?>
<Relationships xmlns="http://schemas.openxmlformats.org/package/2006/relationships"><Relationship Id="rId2" Type="http://schemas.openxmlformats.org/officeDocument/2006/relationships/hyperlink" Target="https://www.youtube.com/watch?v=F27PLin3TV0"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TCP-Protocol</a:t>
            </a:r>
          </a:p>
        </p:txBody>
      </p:sp>
      <p:sp>
        <p:nvSpPr>
          <p:cNvPr id="3" name="Subtitle 2"/>
          <p:cNvSpPr>
            <a:spLocks noGrp="1"/>
          </p:cNvSpPr>
          <p:nvPr>
            <p:ph type="subTitle" idx="1"/>
          </p:nvPr>
        </p:nvSpPr>
        <p:spPr/>
        <p:txBody>
          <a:bodyPr/>
          <a:lstStyle/>
          <a:p>
            <a:r>
              <a:rPr lang="en-US" dirty="0"/>
              <a:t>Presented by</a:t>
            </a:r>
          </a:p>
          <a:p>
            <a:r>
              <a:rPr lang="en-US" dirty="0"/>
              <a:t>Omid Panahi</a:t>
            </a:r>
          </a:p>
        </p:txBody>
      </p:sp>
      <p:pic>
        <p:nvPicPr>
          <p:cNvPr id="5" name="Picture 4" descr="A picture containing indoor&#10;&#10;Description generated with high confidence">
            <a:extLst>
              <a:ext uri="{FF2B5EF4-FFF2-40B4-BE49-F238E27FC236}">
                <a16:creationId xmlns:a16="http://schemas.microsoft.com/office/drawing/2014/main" id="{6064D98B-8D79-4A7C-A34F-199A8D1CDE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76679" y="5505061"/>
            <a:ext cx="3210522" cy="963903"/>
          </a:xfrm>
          <a:prstGeom prst="rect">
            <a:avLst/>
          </a:prstGeom>
        </p:spPr>
      </p:pic>
    </p:spTree>
    <p:extLst>
      <p:ext uri="{BB962C8B-B14F-4D97-AF65-F5344CB8AC3E}">
        <p14:creationId xmlns:p14="http://schemas.microsoft.com/office/powerpoint/2010/main" val="706305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4FA49-B69A-4AF9-BE31-FF6AA49BE89F}"/>
              </a:ext>
            </a:extLst>
          </p:cNvPr>
          <p:cNvSpPr>
            <a:spLocks noGrp="1"/>
          </p:cNvSpPr>
          <p:nvPr>
            <p:ph type="title"/>
          </p:nvPr>
        </p:nvSpPr>
        <p:spPr/>
        <p:txBody>
          <a:bodyPr/>
          <a:lstStyle/>
          <a:p>
            <a:r>
              <a:rPr lang="en-CA" dirty="0"/>
              <a:t>TCPIP Protocol Suite</a:t>
            </a:r>
          </a:p>
        </p:txBody>
      </p:sp>
      <p:sp>
        <p:nvSpPr>
          <p:cNvPr id="5" name="Content Placeholder 4">
            <a:extLst>
              <a:ext uri="{FF2B5EF4-FFF2-40B4-BE49-F238E27FC236}">
                <a16:creationId xmlns:a16="http://schemas.microsoft.com/office/drawing/2014/main" id="{C53A403A-0FCE-4C29-BBEB-0C14B60335EC}"/>
              </a:ext>
            </a:extLst>
          </p:cNvPr>
          <p:cNvSpPr>
            <a:spLocks noGrp="1"/>
          </p:cNvSpPr>
          <p:nvPr>
            <p:ph idx="1"/>
          </p:nvPr>
        </p:nvSpPr>
        <p:spPr>
          <a:xfrm>
            <a:off x="609600" y="2249424"/>
            <a:ext cx="4428931" cy="4325112"/>
          </a:xfrm>
        </p:spPr>
        <p:txBody>
          <a:bodyPr/>
          <a:lstStyle/>
          <a:p>
            <a:r>
              <a:rPr lang="en-CA" dirty="0"/>
              <a:t>We will look at the Internet step of the TCP suite</a:t>
            </a:r>
          </a:p>
          <a:p>
            <a:r>
              <a:rPr lang="en-CA" dirty="0"/>
              <a:t>Recall the function of the Internet step (frame vs. packet, MAC vs. IP).</a:t>
            </a:r>
          </a:p>
        </p:txBody>
      </p:sp>
      <p:pic>
        <p:nvPicPr>
          <p:cNvPr id="6" name="Content Placeholder 3">
            <a:extLst>
              <a:ext uri="{FF2B5EF4-FFF2-40B4-BE49-F238E27FC236}">
                <a16:creationId xmlns:a16="http://schemas.microsoft.com/office/drawing/2014/main" id="{5AFB89BA-D0AD-4D13-A5E0-A53B8E2EB502}"/>
              </a:ext>
            </a:extLst>
          </p:cNvPr>
          <p:cNvPicPr>
            <a:picLocks noChangeAspect="1"/>
          </p:cNvPicPr>
          <p:nvPr/>
        </p:nvPicPr>
        <p:blipFill>
          <a:blip r:embed="rId2"/>
          <a:stretch>
            <a:fillRect/>
          </a:stretch>
        </p:blipFill>
        <p:spPr>
          <a:xfrm>
            <a:off x="7113399" y="1577684"/>
            <a:ext cx="2767356" cy="4324350"/>
          </a:xfrm>
          <a:prstGeom prst="rect">
            <a:avLst/>
          </a:prstGeom>
        </p:spPr>
      </p:pic>
    </p:spTree>
    <p:extLst>
      <p:ext uri="{BB962C8B-B14F-4D97-AF65-F5344CB8AC3E}">
        <p14:creationId xmlns:p14="http://schemas.microsoft.com/office/powerpoint/2010/main" val="4166583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E2F4B-2A75-4DEC-B50A-7CC462F6416C}"/>
              </a:ext>
            </a:extLst>
          </p:cNvPr>
          <p:cNvSpPr>
            <a:spLocks noGrp="1"/>
          </p:cNvSpPr>
          <p:nvPr>
            <p:ph type="title"/>
          </p:nvPr>
        </p:nvSpPr>
        <p:spPr/>
        <p:txBody>
          <a:bodyPr/>
          <a:lstStyle/>
          <a:p>
            <a:r>
              <a:rPr lang="en-CA" dirty="0"/>
              <a:t>TCP/IP Model</a:t>
            </a:r>
          </a:p>
        </p:txBody>
      </p:sp>
      <p:sp>
        <p:nvSpPr>
          <p:cNvPr id="3" name="Content Placeholder 2">
            <a:extLst>
              <a:ext uri="{FF2B5EF4-FFF2-40B4-BE49-F238E27FC236}">
                <a16:creationId xmlns:a16="http://schemas.microsoft.com/office/drawing/2014/main" id="{BB8A3F30-3060-44C7-A4E5-B10CD3112944}"/>
              </a:ext>
            </a:extLst>
          </p:cNvPr>
          <p:cNvSpPr>
            <a:spLocks noGrp="1"/>
          </p:cNvSpPr>
          <p:nvPr>
            <p:ph sz="half" idx="1"/>
          </p:nvPr>
        </p:nvSpPr>
        <p:spPr/>
        <p:txBody>
          <a:bodyPr/>
          <a:lstStyle/>
          <a:p>
            <a:pPr marL="109728" indent="0">
              <a:buNone/>
            </a:pPr>
            <a:r>
              <a:rPr lang="en-CA" dirty="0"/>
              <a:t>TCPIP MODEL</a:t>
            </a:r>
          </a:p>
          <a:p>
            <a:endParaRPr lang="en-CA" dirty="0"/>
          </a:p>
          <a:p>
            <a:r>
              <a:rPr lang="en-CA" dirty="0"/>
              <a:t>Divided into 4 Layers</a:t>
            </a:r>
          </a:p>
          <a:p>
            <a:pPr lvl="1"/>
            <a:r>
              <a:rPr lang="en-CA" dirty="0"/>
              <a:t>Application</a:t>
            </a:r>
          </a:p>
          <a:p>
            <a:pPr lvl="1"/>
            <a:r>
              <a:rPr lang="en-CA" dirty="0"/>
              <a:t>Transport</a:t>
            </a:r>
          </a:p>
          <a:p>
            <a:pPr lvl="1"/>
            <a:r>
              <a:rPr lang="en-CA" dirty="0"/>
              <a:t>Internet</a:t>
            </a:r>
          </a:p>
          <a:p>
            <a:pPr lvl="1"/>
            <a:r>
              <a:rPr lang="en-CA" dirty="0"/>
              <a:t>Network Interface</a:t>
            </a:r>
          </a:p>
        </p:txBody>
      </p:sp>
      <p:sp>
        <p:nvSpPr>
          <p:cNvPr id="4" name="Text Placeholder 3">
            <a:extLst>
              <a:ext uri="{FF2B5EF4-FFF2-40B4-BE49-F238E27FC236}">
                <a16:creationId xmlns:a16="http://schemas.microsoft.com/office/drawing/2014/main" id="{A5D6C7CB-5976-4BD7-88AE-9706879B3599}"/>
              </a:ext>
            </a:extLst>
          </p:cNvPr>
          <p:cNvSpPr>
            <a:spLocks noGrp="1"/>
          </p:cNvSpPr>
          <p:nvPr>
            <p:ph type="body" idx="2"/>
          </p:nvPr>
        </p:nvSpPr>
        <p:spPr/>
        <p:txBody>
          <a:bodyPr/>
          <a:lstStyle/>
          <a:p>
            <a:endParaRPr lang="en-CA" dirty="0"/>
          </a:p>
        </p:txBody>
      </p:sp>
      <p:pic>
        <p:nvPicPr>
          <p:cNvPr id="6" name="Picture 5">
            <a:extLst>
              <a:ext uri="{FF2B5EF4-FFF2-40B4-BE49-F238E27FC236}">
                <a16:creationId xmlns:a16="http://schemas.microsoft.com/office/drawing/2014/main" id="{97E6986C-2672-4044-B4BA-41B80B2AF6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7995" y="2010727"/>
            <a:ext cx="4512530" cy="3572970"/>
          </a:xfrm>
          <a:prstGeom prst="rect">
            <a:avLst/>
          </a:prstGeom>
        </p:spPr>
      </p:pic>
    </p:spTree>
    <p:extLst>
      <p:ext uri="{BB962C8B-B14F-4D97-AF65-F5344CB8AC3E}">
        <p14:creationId xmlns:p14="http://schemas.microsoft.com/office/powerpoint/2010/main" val="955665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7B5877-9089-4F27-B1D7-B7896E2EA14B}"/>
              </a:ext>
            </a:extLst>
          </p:cNvPr>
          <p:cNvSpPr>
            <a:spLocks noGrp="1"/>
          </p:cNvSpPr>
          <p:nvPr>
            <p:ph type="title"/>
          </p:nvPr>
        </p:nvSpPr>
        <p:spPr/>
        <p:txBody>
          <a:bodyPr/>
          <a:lstStyle/>
          <a:p>
            <a:r>
              <a:rPr lang="en-US" dirty="0"/>
              <a:t>TCP-IP Model</a:t>
            </a:r>
            <a:endParaRPr lang="en-CA" dirty="0"/>
          </a:p>
        </p:txBody>
      </p:sp>
      <p:pic>
        <p:nvPicPr>
          <p:cNvPr id="6" name="Content Placeholder 4">
            <a:extLst>
              <a:ext uri="{FF2B5EF4-FFF2-40B4-BE49-F238E27FC236}">
                <a16:creationId xmlns:a16="http://schemas.microsoft.com/office/drawing/2014/main" id="{9842D95A-B3EF-4C9A-B803-802EB68A87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5635" y="2103459"/>
            <a:ext cx="7940729" cy="4541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4269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A6D511-C234-4CD7-8A82-E82F80379230}"/>
              </a:ext>
            </a:extLst>
          </p:cNvPr>
          <p:cNvSpPr>
            <a:spLocks noGrp="1"/>
          </p:cNvSpPr>
          <p:nvPr>
            <p:ph type="title"/>
          </p:nvPr>
        </p:nvSpPr>
        <p:spPr/>
        <p:txBody>
          <a:bodyPr/>
          <a:lstStyle/>
          <a:p>
            <a:r>
              <a:rPr lang="en-CA" dirty="0"/>
              <a:t>TCP/IP Model Detail 1</a:t>
            </a:r>
          </a:p>
        </p:txBody>
      </p:sp>
      <p:sp>
        <p:nvSpPr>
          <p:cNvPr id="6" name="Content Placeholder 5">
            <a:extLst>
              <a:ext uri="{FF2B5EF4-FFF2-40B4-BE49-F238E27FC236}">
                <a16:creationId xmlns:a16="http://schemas.microsoft.com/office/drawing/2014/main" id="{0467B3E4-D178-4A37-B0E8-BE11E853A812}"/>
              </a:ext>
            </a:extLst>
          </p:cNvPr>
          <p:cNvSpPr>
            <a:spLocks noGrp="1"/>
          </p:cNvSpPr>
          <p:nvPr>
            <p:ph idx="1"/>
          </p:nvPr>
        </p:nvSpPr>
        <p:spPr/>
        <p:txBody>
          <a:bodyPr/>
          <a:lstStyle/>
          <a:p>
            <a:r>
              <a:rPr lang="en-CA" dirty="0"/>
              <a:t>Link Layer</a:t>
            </a:r>
          </a:p>
          <a:p>
            <a:pPr lvl="1"/>
            <a:r>
              <a:rPr lang="en-CA" dirty="0"/>
              <a:t>Consists mainly of OSI layers 1,2</a:t>
            </a:r>
          </a:p>
          <a:p>
            <a:pPr lvl="1"/>
            <a:r>
              <a:rPr lang="en-CA" dirty="0"/>
              <a:t>Also called Network Interface</a:t>
            </a:r>
          </a:p>
          <a:p>
            <a:pPr lvl="1"/>
            <a:r>
              <a:rPr lang="en-CA" dirty="0"/>
              <a:t>Not very important in the TCP/IP model</a:t>
            </a:r>
          </a:p>
          <a:p>
            <a:r>
              <a:rPr lang="en-CA" dirty="0"/>
              <a:t>Internet Layer</a:t>
            </a:r>
          </a:p>
          <a:p>
            <a:pPr lvl="1"/>
            <a:r>
              <a:rPr lang="en-CA" dirty="0"/>
              <a:t>Mainly concerned with getting IP packets from source to destination.</a:t>
            </a:r>
          </a:p>
          <a:p>
            <a:pPr lvl="1"/>
            <a:r>
              <a:rPr lang="en-CA" dirty="0"/>
              <a:t>Doesn't care about contents of the packets.</a:t>
            </a:r>
          </a:p>
          <a:p>
            <a:pPr lvl="1"/>
            <a:r>
              <a:rPr lang="en-CA" dirty="0"/>
              <a:t>Doesn't care about ordering of packets.</a:t>
            </a:r>
          </a:p>
          <a:p>
            <a:endParaRPr lang="en-CA" dirty="0"/>
          </a:p>
        </p:txBody>
      </p:sp>
    </p:spTree>
    <p:extLst>
      <p:ext uri="{BB962C8B-B14F-4D97-AF65-F5344CB8AC3E}">
        <p14:creationId xmlns:p14="http://schemas.microsoft.com/office/powerpoint/2010/main" val="3403638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E8D48-2FA7-4FC9-98EF-EEDCB1AD6726}"/>
              </a:ext>
            </a:extLst>
          </p:cNvPr>
          <p:cNvSpPr>
            <a:spLocks noGrp="1"/>
          </p:cNvSpPr>
          <p:nvPr>
            <p:ph type="title"/>
          </p:nvPr>
        </p:nvSpPr>
        <p:spPr/>
        <p:txBody>
          <a:bodyPr/>
          <a:lstStyle/>
          <a:p>
            <a:r>
              <a:rPr lang="en-CA" dirty="0"/>
              <a:t>TCP/IP Model Detail 2</a:t>
            </a:r>
          </a:p>
        </p:txBody>
      </p:sp>
      <p:sp>
        <p:nvSpPr>
          <p:cNvPr id="3" name="Content Placeholder 2">
            <a:extLst>
              <a:ext uri="{FF2B5EF4-FFF2-40B4-BE49-F238E27FC236}">
                <a16:creationId xmlns:a16="http://schemas.microsoft.com/office/drawing/2014/main" id="{66B2043D-2B6C-4D4B-91FE-5D50B8066079}"/>
              </a:ext>
            </a:extLst>
          </p:cNvPr>
          <p:cNvSpPr>
            <a:spLocks noGrp="1"/>
          </p:cNvSpPr>
          <p:nvPr>
            <p:ph idx="1"/>
          </p:nvPr>
        </p:nvSpPr>
        <p:spPr/>
        <p:txBody>
          <a:bodyPr/>
          <a:lstStyle/>
          <a:p>
            <a:r>
              <a:rPr lang="en-CA" dirty="0"/>
              <a:t>Transport Layer</a:t>
            </a:r>
          </a:p>
          <a:p>
            <a:pPr lvl="1"/>
            <a:r>
              <a:rPr lang="en-CA" dirty="0"/>
              <a:t>Same as OSI transport.</a:t>
            </a:r>
          </a:p>
          <a:p>
            <a:r>
              <a:rPr lang="en-CA" dirty="0"/>
              <a:t>Application Layer</a:t>
            </a:r>
          </a:p>
          <a:p>
            <a:pPr lvl="1"/>
            <a:r>
              <a:rPr lang="en-CA" dirty="0"/>
              <a:t>Uses port number (0-65535)</a:t>
            </a:r>
          </a:p>
          <a:p>
            <a:pPr lvl="1"/>
            <a:r>
              <a:rPr lang="en-CA" dirty="0"/>
              <a:t>Http = 80, 8080</a:t>
            </a:r>
          </a:p>
          <a:p>
            <a:pPr lvl="1"/>
            <a:r>
              <a:rPr lang="en-CA" dirty="0"/>
              <a:t>Same functionality as the OSI Session/Presentation/Application.</a:t>
            </a:r>
          </a:p>
        </p:txBody>
      </p:sp>
    </p:spTree>
    <p:extLst>
      <p:ext uri="{BB962C8B-B14F-4D97-AF65-F5344CB8AC3E}">
        <p14:creationId xmlns:p14="http://schemas.microsoft.com/office/powerpoint/2010/main" val="210609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E8D48-2FA7-4FC9-98EF-EEDCB1AD6726}"/>
              </a:ext>
            </a:extLst>
          </p:cNvPr>
          <p:cNvSpPr>
            <a:spLocks noGrp="1"/>
          </p:cNvSpPr>
          <p:nvPr>
            <p:ph type="title"/>
          </p:nvPr>
        </p:nvSpPr>
        <p:spPr/>
        <p:txBody>
          <a:bodyPr/>
          <a:lstStyle/>
          <a:p>
            <a:r>
              <a:rPr lang="en-CA" dirty="0"/>
              <a:t>TCP/IP Model Detail 2</a:t>
            </a:r>
          </a:p>
        </p:txBody>
      </p:sp>
      <p:sp>
        <p:nvSpPr>
          <p:cNvPr id="3" name="Content Placeholder 2">
            <a:extLst>
              <a:ext uri="{FF2B5EF4-FFF2-40B4-BE49-F238E27FC236}">
                <a16:creationId xmlns:a16="http://schemas.microsoft.com/office/drawing/2014/main" id="{66B2043D-2B6C-4D4B-91FE-5D50B8066079}"/>
              </a:ext>
            </a:extLst>
          </p:cNvPr>
          <p:cNvSpPr>
            <a:spLocks noGrp="1"/>
          </p:cNvSpPr>
          <p:nvPr>
            <p:ph idx="1"/>
          </p:nvPr>
        </p:nvSpPr>
        <p:spPr/>
        <p:txBody>
          <a:bodyPr/>
          <a:lstStyle/>
          <a:p>
            <a:r>
              <a:rPr lang="en-CA" dirty="0"/>
              <a:t>Transport Layer</a:t>
            </a:r>
          </a:p>
          <a:p>
            <a:pPr lvl="1"/>
            <a:r>
              <a:rPr lang="en-CA" dirty="0"/>
              <a:t>Same as OSI transport.</a:t>
            </a:r>
          </a:p>
          <a:p>
            <a:r>
              <a:rPr lang="en-CA" dirty="0"/>
              <a:t>Application Layer</a:t>
            </a:r>
          </a:p>
          <a:p>
            <a:pPr lvl="1"/>
            <a:r>
              <a:rPr lang="en-CA" dirty="0"/>
              <a:t>Uses port number (0-65535)</a:t>
            </a:r>
          </a:p>
          <a:p>
            <a:pPr lvl="1"/>
            <a:r>
              <a:rPr lang="en-CA" dirty="0"/>
              <a:t>Http = 80, 8080</a:t>
            </a:r>
          </a:p>
          <a:p>
            <a:pPr lvl="1"/>
            <a:r>
              <a:rPr lang="en-CA" dirty="0"/>
              <a:t>Same functionality as the OSI Session/Presentation/Application.</a:t>
            </a:r>
          </a:p>
        </p:txBody>
      </p:sp>
    </p:spTree>
    <p:extLst>
      <p:ext uri="{BB962C8B-B14F-4D97-AF65-F5344CB8AC3E}">
        <p14:creationId xmlns:p14="http://schemas.microsoft.com/office/powerpoint/2010/main" val="2987719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4FD95-ABBB-4D45-BC7C-D73E0CA6EE9C}"/>
              </a:ext>
            </a:extLst>
          </p:cNvPr>
          <p:cNvSpPr>
            <a:spLocks noGrp="1"/>
          </p:cNvSpPr>
          <p:nvPr>
            <p:ph type="title"/>
          </p:nvPr>
        </p:nvSpPr>
        <p:spPr/>
        <p:txBody>
          <a:bodyPr/>
          <a:lstStyle/>
          <a:p>
            <a:r>
              <a:rPr lang="en-US" dirty="0"/>
              <a:t>TCP Features</a:t>
            </a:r>
            <a:endParaRPr lang="en-CA" dirty="0"/>
          </a:p>
        </p:txBody>
      </p:sp>
      <p:sp>
        <p:nvSpPr>
          <p:cNvPr id="3" name="Content Placeholder 2">
            <a:extLst>
              <a:ext uri="{FF2B5EF4-FFF2-40B4-BE49-F238E27FC236}">
                <a16:creationId xmlns:a16="http://schemas.microsoft.com/office/drawing/2014/main" id="{CDF5D89D-5A5E-481C-A09C-5DF9506C3599}"/>
              </a:ext>
            </a:extLst>
          </p:cNvPr>
          <p:cNvSpPr>
            <a:spLocks noGrp="1"/>
          </p:cNvSpPr>
          <p:nvPr>
            <p:ph idx="1"/>
          </p:nvPr>
        </p:nvSpPr>
        <p:spPr/>
        <p:txBody>
          <a:bodyPr/>
          <a:lstStyle/>
          <a:p>
            <a:pPr>
              <a:buFont typeface="Arial" panose="020B0604020202020204" pitchFamily="34" charset="0"/>
              <a:buChar char="•"/>
            </a:pPr>
            <a:r>
              <a:rPr lang="en-US" dirty="0"/>
              <a:t>Delivery Acknowledgements </a:t>
            </a:r>
          </a:p>
          <a:p>
            <a:pPr>
              <a:buFont typeface="Arial" panose="020B0604020202020204" pitchFamily="34" charset="0"/>
              <a:buChar char="•"/>
            </a:pPr>
            <a:r>
              <a:rPr lang="en-US" dirty="0"/>
              <a:t>Re transmission</a:t>
            </a:r>
          </a:p>
          <a:p>
            <a:pPr>
              <a:buFont typeface="Arial" panose="020B0604020202020204" pitchFamily="34" charset="0"/>
              <a:buChar char="•"/>
            </a:pPr>
            <a:r>
              <a:rPr lang="en-US" dirty="0"/>
              <a:t>Delays transmission when the network is congested</a:t>
            </a:r>
          </a:p>
          <a:p>
            <a:pPr>
              <a:buFont typeface="Arial" panose="020B0604020202020204" pitchFamily="34" charset="0"/>
              <a:buChar char="•"/>
            </a:pPr>
            <a:r>
              <a:rPr lang="en-US" dirty="0"/>
              <a:t>Easy Error detection</a:t>
            </a:r>
          </a:p>
        </p:txBody>
      </p:sp>
    </p:spTree>
    <p:extLst>
      <p:ext uri="{BB962C8B-B14F-4D97-AF65-F5344CB8AC3E}">
        <p14:creationId xmlns:p14="http://schemas.microsoft.com/office/powerpoint/2010/main" val="3918636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80A08-2EBC-0519-21C1-05184AB73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BC676-D4A3-2668-8B3E-09CF13631A87}"/>
              </a:ext>
            </a:extLst>
          </p:cNvPr>
          <p:cNvSpPr>
            <a:spLocks noGrp="1"/>
          </p:cNvSpPr>
          <p:nvPr>
            <p:ph type="title"/>
          </p:nvPr>
        </p:nvSpPr>
        <p:spPr/>
        <p:txBody>
          <a:bodyPr>
            <a:normAutofit fontScale="90000"/>
          </a:bodyPr>
          <a:lstStyle/>
          <a:p>
            <a:pPr fontAlgn="base"/>
            <a:r>
              <a:rPr lang="en-US" b="1" dirty="0"/>
              <a:t>What is the TCP 3-Way Handshake?</a:t>
            </a:r>
            <a:br>
              <a:rPr lang="en-US" b="1" dirty="0"/>
            </a:br>
            <a:endParaRPr lang="en-US" b="1" dirty="0"/>
          </a:p>
        </p:txBody>
      </p:sp>
      <p:sp>
        <p:nvSpPr>
          <p:cNvPr id="3" name="Content Placeholder 2">
            <a:extLst>
              <a:ext uri="{FF2B5EF4-FFF2-40B4-BE49-F238E27FC236}">
                <a16:creationId xmlns:a16="http://schemas.microsoft.com/office/drawing/2014/main" id="{4A1AA42F-1A57-FCD5-3D84-97D8AA8FEBD8}"/>
              </a:ext>
            </a:extLst>
          </p:cNvPr>
          <p:cNvSpPr>
            <a:spLocks noGrp="1"/>
          </p:cNvSpPr>
          <p:nvPr>
            <p:ph idx="1"/>
          </p:nvPr>
        </p:nvSpPr>
        <p:spPr/>
        <p:txBody>
          <a:bodyPr/>
          <a:lstStyle/>
          <a:p>
            <a:pPr>
              <a:buFont typeface="Arial" panose="020B0604020202020204" pitchFamily="34" charset="0"/>
              <a:buChar char="•"/>
            </a:pPr>
            <a:r>
              <a:rPr lang="en-US" dirty="0"/>
              <a:t>The TCP 3-Way Handshake is a fundamental process used in the </a:t>
            </a:r>
            <a:r>
              <a:rPr lang="en-US" u="sng" dirty="0">
                <a:hlinkClick r:id="rId2"/>
              </a:rPr>
              <a:t>Transmission Control Protocol (TCP) </a:t>
            </a:r>
            <a:r>
              <a:rPr lang="en-US" dirty="0"/>
              <a:t>to establish a reliable connection between a client and a server before data transmission begins. This handshake ensures that both parties are synchronized and ready for communication.</a:t>
            </a:r>
          </a:p>
        </p:txBody>
      </p:sp>
    </p:spTree>
    <p:extLst>
      <p:ext uri="{BB962C8B-B14F-4D97-AF65-F5344CB8AC3E}">
        <p14:creationId xmlns:p14="http://schemas.microsoft.com/office/powerpoint/2010/main" val="3416972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947A6-F92C-4CC2-473D-44133B133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5925F-B95D-A614-4B60-48063519F07F}"/>
              </a:ext>
            </a:extLst>
          </p:cNvPr>
          <p:cNvSpPr>
            <a:spLocks noGrp="1"/>
          </p:cNvSpPr>
          <p:nvPr>
            <p:ph type="title"/>
          </p:nvPr>
        </p:nvSpPr>
        <p:spPr>
          <a:xfrm>
            <a:off x="78658" y="283464"/>
            <a:ext cx="10972800" cy="1066800"/>
          </a:xfrm>
        </p:spPr>
        <p:txBody>
          <a:bodyPr/>
          <a:lstStyle/>
          <a:p>
            <a:pPr fontAlgn="base"/>
            <a:r>
              <a:rPr lang="en-US" b="1" dirty="0"/>
              <a:t>TCP 3-Way Handshake Process</a:t>
            </a:r>
          </a:p>
        </p:txBody>
      </p:sp>
      <p:sp>
        <p:nvSpPr>
          <p:cNvPr id="3" name="Content Placeholder 2">
            <a:extLst>
              <a:ext uri="{FF2B5EF4-FFF2-40B4-BE49-F238E27FC236}">
                <a16:creationId xmlns:a16="http://schemas.microsoft.com/office/drawing/2014/main" id="{0E37062A-486B-F255-19C7-D55E149EE404}"/>
              </a:ext>
            </a:extLst>
          </p:cNvPr>
          <p:cNvSpPr>
            <a:spLocks noGrp="1"/>
          </p:cNvSpPr>
          <p:nvPr>
            <p:ph idx="1"/>
          </p:nvPr>
        </p:nvSpPr>
        <p:spPr>
          <a:xfrm>
            <a:off x="245807" y="1266444"/>
            <a:ext cx="10972800" cy="4325112"/>
          </a:xfrm>
        </p:spPr>
        <p:txBody>
          <a:bodyPr>
            <a:normAutofit fontScale="92500"/>
          </a:bodyPr>
          <a:lstStyle/>
          <a:p>
            <a:pPr marL="109728" indent="0">
              <a:buNone/>
            </a:pPr>
            <a:r>
              <a:rPr lang="en-US" dirty="0"/>
              <a:t>The TCP 3-Way Handshake is a fundamental process that establishes a reliable connection between two devices over a TCP/IP network. It involves three steps:</a:t>
            </a:r>
          </a:p>
          <a:p>
            <a:pPr marL="109728" indent="0">
              <a:buNone/>
            </a:pPr>
            <a:r>
              <a:rPr lang="en-US" dirty="0"/>
              <a:t> </a:t>
            </a:r>
          </a:p>
          <a:p>
            <a:pPr>
              <a:buFont typeface="Arial" panose="020B0604020202020204" pitchFamily="34" charset="0"/>
              <a:buChar char="•"/>
            </a:pPr>
            <a:r>
              <a:rPr lang="en-US" dirty="0"/>
              <a:t>SYN (Synchronize), </a:t>
            </a:r>
          </a:p>
          <a:p>
            <a:pPr>
              <a:buFont typeface="Arial" panose="020B0604020202020204" pitchFamily="34" charset="0"/>
              <a:buChar char="•"/>
            </a:pPr>
            <a:r>
              <a:rPr lang="en-US" dirty="0"/>
              <a:t>SYN-ACK (Synchronize-Acknowledge), </a:t>
            </a:r>
          </a:p>
          <a:p>
            <a:pPr>
              <a:buFont typeface="Arial" panose="020B0604020202020204" pitchFamily="34" charset="0"/>
              <a:buChar char="•"/>
            </a:pPr>
            <a:r>
              <a:rPr lang="en-US" dirty="0"/>
              <a:t> ACK (Acknowledge).</a:t>
            </a:r>
          </a:p>
          <a:p>
            <a:pPr marL="109728" indent="0">
              <a:buNone/>
            </a:pPr>
            <a:endParaRPr lang="en-US" dirty="0"/>
          </a:p>
          <a:p>
            <a:pPr marL="109728" indent="0">
              <a:buNone/>
            </a:pPr>
            <a:r>
              <a:rPr lang="en-US" dirty="0"/>
              <a:t>During the handshake, the client and server exchange initial sequence numbers and confirm the connection establishment. </a:t>
            </a:r>
          </a:p>
        </p:txBody>
      </p:sp>
    </p:spTree>
    <p:extLst>
      <p:ext uri="{BB962C8B-B14F-4D97-AF65-F5344CB8AC3E}">
        <p14:creationId xmlns:p14="http://schemas.microsoft.com/office/powerpoint/2010/main" val="2941074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346E9-EBA1-1B8C-4574-077E1DF9F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6CE35-3CF5-FA8F-91A6-B7E1227EB383}"/>
              </a:ext>
            </a:extLst>
          </p:cNvPr>
          <p:cNvSpPr>
            <a:spLocks noGrp="1"/>
          </p:cNvSpPr>
          <p:nvPr>
            <p:ph type="title"/>
          </p:nvPr>
        </p:nvSpPr>
        <p:spPr/>
        <p:txBody>
          <a:bodyPr>
            <a:noAutofit/>
          </a:bodyPr>
          <a:lstStyle/>
          <a:p>
            <a:pPr fontAlgn="base"/>
            <a:r>
              <a:rPr lang="en-US" sz="1600" b="1" dirty="0">
                <a:hlinkClick r:id="rId2"/>
              </a:rPr>
              <a:t>https://www.geeksforgeeks.org/computer-networks/what-is-transmission-control-protocol-tcp/</a:t>
            </a:r>
            <a:endParaRPr lang="en-US" sz="1600" b="1" dirty="0"/>
          </a:p>
        </p:txBody>
      </p:sp>
      <p:pic>
        <p:nvPicPr>
          <p:cNvPr id="1026" name="Picture 2" descr="Lightbox">
            <a:extLst>
              <a:ext uri="{FF2B5EF4-FFF2-40B4-BE49-F238E27FC236}">
                <a16:creationId xmlns:a16="http://schemas.microsoft.com/office/drawing/2014/main" id="{A221CBA1-7C8D-3EA0-19DD-D68B33748C0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86000" y="2506663"/>
            <a:ext cx="762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1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DDCCC-13D5-B4F8-636A-F86ECA585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174FA-2DFA-285C-62AA-F6427056E3B3}"/>
              </a:ext>
            </a:extLst>
          </p:cNvPr>
          <p:cNvSpPr>
            <a:spLocks noGrp="1"/>
          </p:cNvSpPr>
          <p:nvPr>
            <p:ph type="title"/>
          </p:nvPr>
        </p:nvSpPr>
        <p:spPr/>
        <p:txBody>
          <a:bodyPr/>
          <a:lstStyle/>
          <a:p>
            <a:pPr fontAlgn="base"/>
            <a:endParaRPr lang="en-US" b="1" dirty="0"/>
          </a:p>
        </p:txBody>
      </p:sp>
      <p:pic>
        <p:nvPicPr>
          <p:cNvPr id="3074" name="Picture 2" descr="Lightbox">
            <a:extLst>
              <a:ext uri="{FF2B5EF4-FFF2-40B4-BE49-F238E27FC236}">
                <a16:creationId xmlns:a16="http://schemas.microsoft.com/office/drawing/2014/main" id="{2EE61521-8332-1943-5C28-1EFD9C9B0E6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76061" y="2814600"/>
            <a:ext cx="7425359" cy="3335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269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FF29F-A8A2-6B52-D4A2-3E64CE48B6A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7DA6DE-7AC0-AAAC-65C0-A939FF5D9007}"/>
              </a:ext>
            </a:extLst>
          </p:cNvPr>
          <p:cNvSpPr>
            <a:spLocks noGrp="1"/>
          </p:cNvSpPr>
          <p:nvPr>
            <p:ph idx="1"/>
          </p:nvPr>
        </p:nvSpPr>
        <p:spPr>
          <a:xfrm>
            <a:off x="0" y="577940"/>
            <a:ext cx="4955458" cy="6280060"/>
          </a:xfrm>
        </p:spPr>
        <p:txBody>
          <a:bodyPr>
            <a:normAutofit fontScale="92500" lnSpcReduction="20000"/>
          </a:bodyPr>
          <a:lstStyle/>
          <a:p>
            <a:pPr fontAlgn="base"/>
            <a:r>
              <a:rPr lang="en-US" sz="2200" b="1" dirty="0"/>
              <a:t>Step 1 (SYN):</a:t>
            </a:r>
            <a:r>
              <a:rPr lang="en-US" sz="2200" dirty="0"/>
              <a:t> In the first step, the client wants to establish a connection with a server, so it sends a segment with SYN(Synchronize Sequence Number) which informs the server that the client is likely to start communication and with what sequence number it starts segments with</a:t>
            </a:r>
          </a:p>
          <a:p>
            <a:pPr fontAlgn="base"/>
            <a:r>
              <a:rPr lang="en-US" sz="2200" b="1" dirty="0"/>
              <a:t>Step 2 (SYN + ACK):</a:t>
            </a:r>
            <a:r>
              <a:rPr lang="en-US" sz="2200" dirty="0"/>
              <a:t> Server responds to the client request with SYN-ACK signal bits set. Acknowledgement(ACK) signifies the response of the segment it received and SYN signifies with what sequence number it is likely to start the segments with</a:t>
            </a:r>
          </a:p>
          <a:p>
            <a:pPr fontAlgn="base"/>
            <a:r>
              <a:rPr lang="en-US" sz="2200" b="1" dirty="0"/>
              <a:t>Step 3 (ACK):</a:t>
            </a:r>
            <a:r>
              <a:rPr lang="en-US" sz="2200" dirty="0"/>
              <a:t> In the final part client acknowledges the response of the server and they both establish a reliable connection with which they will start the actual data transfer</a:t>
            </a:r>
          </a:p>
          <a:p>
            <a:pPr>
              <a:buFont typeface="Arial" panose="020B0604020202020204" pitchFamily="34" charset="0"/>
              <a:buChar char="•"/>
            </a:pPr>
            <a:endParaRPr lang="en-US" dirty="0"/>
          </a:p>
        </p:txBody>
      </p:sp>
      <p:pic>
        <p:nvPicPr>
          <p:cNvPr id="5122" name="Picture 2" descr="TCP 3 Way Handshake">
            <a:extLst>
              <a:ext uri="{FF2B5EF4-FFF2-40B4-BE49-F238E27FC236}">
                <a16:creationId xmlns:a16="http://schemas.microsoft.com/office/drawing/2014/main" id="{2F3949DE-5F0F-F78E-1F1A-5F433DFD65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6236" y="1374198"/>
            <a:ext cx="6411333" cy="5090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5691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4B9B4-2AA3-917D-931C-5F3533EE0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785653-2864-E3CF-E559-9397CED8AA80}"/>
              </a:ext>
            </a:extLst>
          </p:cNvPr>
          <p:cNvSpPr>
            <a:spLocks noGrp="1"/>
          </p:cNvSpPr>
          <p:nvPr>
            <p:ph type="title"/>
          </p:nvPr>
        </p:nvSpPr>
        <p:spPr/>
        <p:txBody>
          <a:bodyPr>
            <a:normAutofit fontScale="90000"/>
          </a:bodyPr>
          <a:lstStyle/>
          <a:p>
            <a:pPr fontAlgn="base"/>
            <a:r>
              <a:rPr lang="en-US" b="1" dirty="0"/>
              <a:t>TCP Segment Structure</a:t>
            </a:r>
            <a:br>
              <a:rPr lang="en-US" b="1" dirty="0"/>
            </a:br>
            <a:endParaRPr lang="en-US" b="1" dirty="0"/>
          </a:p>
        </p:txBody>
      </p:sp>
      <p:sp>
        <p:nvSpPr>
          <p:cNvPr id="3" name="Content Placeholder 2">
            <a:extLst>
              <a:ext uri="{FF2B5EF4-FFF2-40B4-BE49-F238E27FC236}">
                <a16:creationId xmlns:a16="http://schemas.microsoft.com/office/drawing/2014/main" id="{9EE70CA0-333A-5F2C-43D4-70E26A136ED1}"/>
              </a:ext>
            </a:extLst>
          </p:cNvPr>
          <p:cNvSpPr>
            <a:spLocks noGrp="1"/>
          </p:cNvSpPr>
          <p:nvPr>
            <p:ph idx="1"/>
          </p:nvPr>
        </p:nvSpPr>
        <p:spPr>
          <a:xfrm>
            <a:off x="484338" y="1676400"/>
            <a:ext cx="11530681" cy="1273277"/>
          </a:xfrm>
        </p:spPr>
        <p:txBody>
          <a:bodyPr>
            <a:normAutofit/>
          </a:bodyPr>
          <a:lstStyle/>
          <a:p>
            <a:pPr>
              <a:buFont typeface="Arial" panose="020B0604020202020204" pitchFamily="34" charset="0"/>
              <a:buChar char="•"/>
            </a:pPr>
            <a:r>
              <a:rPr lang="en-US" sz="2000" dirty="0"/>
              <a:t>A TCP segment consists of data bytes to be sent and a header that is added to the data by TCP as shown:</a:t>
            </a:r>
          </a:p>
        </p:txBody>
      </p:sp>
    </p:spTree>
    <p:extLst>
      <p:ext uri="{BB962C8B-B14F-4D97-AF65-F5344CB8AC3E}">
        <p14:creationId xmlns:p14="http://schemas.microsoft.com/office/powerpoint/2010/main" val="1858921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DE374-E872-146D-D057-C9C1CC75EB41}"/>
            </a:ext>
          </a:extLst>
        </p:cNvPr>
        <p:cNvGrpSpPr/>
        <p:nvPr/>
      </p:nvGrpSpPr>
      <p:grpSpPr>
        <a:xfrm>
          <a:off x="0" y="0"/>
          <a:ext cx="0" cy="0"/>
          <a:chOff x="0" y="0"/>
          <a:chExt cx="0" cy="0"/>
        </a:xfrm>
      </p:grpSpPr>
      <p:pic>
        <p:nvPicPr>
          <p:cNvPr id="2050" name="Picture 2" descr="Lightbox">
            <a:extLst>
              <a:ext uri="{FF2B5EF4-FFF2-40B4-BE49-F238E27FC236}">
                <a16:creationId xmlns:a16="http://schemas.microsoft.com/office/drawing/2014/main" id="{43B3F211-8D7E-A467-8C30-9A60ED5D5B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38740" y="662130"/>
            <a:ext cx="7149944" cy="6195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1499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C7A39-119D-9E1D-5A3E-2FB55E578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A5B27-AC75-D3E8-9F0F-DC4EB17F17E6}"/>
              </a:ext>
            </a:extLst>
          </p:cNvPr>
          <p:cNvSpPr>
            <a:spLocks noGrp="1"/>
          </p:cNvSpPr>
          <p:nvPr>
            <p:ph type="title"/>
          </p:nvPr>
        </p:nvSpPr>
        <p:spPr>
          <a:xfrm>
            <a:off x="471948" y="444910"/>
            <a:ext cx="10972800" cy="1066800"/>
          </a:xfrm>
        </p:spPr>
        <p:txBody>
          <a:bodyPr/>
          <a:lstStyle/>
          <a:p>
            <a:pPr fontAlgn="base"/>
            <a:r>
              <a:rPr lang="en-US" dirty="0"/>
              <a:t>Header fields:</a:t>
            </a:r>
            <a:endParaRPr lang="en-US" b="1" dirty="0"/>
          </a:p>
        </p:txBody>
      </p:sp>
      <p:sp>
        <p:nvSpPr>
          <p:cNvPr id="3" name="Content Placeholder 2">
            <a:extLst>
              <a:ext uri="{FF2B5EF4-FFF2-40B4-BE49-F238E27FC236}">
                <a16:creationId xmlns:a16="http://schemas.microsoft.com/office/drawing/2014/main" id="{F643541A-4613-A547-ED7F-CBA6F3DBE660}"/>
              </a:ext>
            </a:extLst>
          </p:cNvPr>
          <p:cNvSpPr>
            <a:spLocks noGrp="1"/>
          </p:cNvSpPr>
          <p:nvPr>
            <p:ph idx="1"/>
          </p:nvPr>
        </p:nvSpPr>
        <p:spPr/>
        <p:txBody>
          <a:bodyPr>
            <a:normAutofit fontScale="92500"/>
          </a:bodyPr>
          <a:lstStyle/>
          <a:p>
            <a:pPr fontAlgn="base"/>
            <a:r>
              <a:rPr lang="en-US" b="1" dirty="0"/>
              <a:t>Source Port Address:</a:t>
            </a:r>
            <a:r>
              <a:rPr lang="en-US" dirty="0"/>
              <a:t> A 16-bit field that holds the port address of the application that is sending the data segment.</a:t>
            </a:r>
          </a:p>
          <a:p>
            <a:pPr fontAlgn="base"/>
            <a:r>
              <a:rPr lang="en-US" b="1" dirty="0"/>
              <a:t>Destination Port Address:</a:t>
            </a:r>
            <a:r>
              <a:rPr lang="en-US" dirty="0"/>
              <a:t> A 16-bit field that holds the port address of the application in the host that is receiving the data segment.</a:t>
            </a:r>
          </a:p>
          <a:p>
            <a:pPr fontAlgn="base"/>
            <a:r>
              <a:rPr lang="en-US" b="1" dirty="0"/>
              <a:t>Sequence Number:</a:t>
            </a:r>
            <a:r>
              <a:rPr lang="en-US" dirty="0"/>
              <a:t> A 32-bit field that holds the </a:t>
            </a:r>
            <a:r>
              <a:rPr lang="en-US" u="sng" dirty="0"/>
              <a:t>sequence number</a:t>
            </a:r>
            <a:r>
              <a:rPr lang="en-US" u="sng" dirty="0">
                <a:hlinkClick r:id="rId2"/>
              </a:rPr>
              <a:t> </a:t>
            </a:r>
            <a:r>
              <a:rPr lang="en-US" dirty="0"/>
              <a:t>, </a:t>
            </a:r>
            <a:r>
              <a:rPr lang="en-US" dirty="0" err="1"/>
              <a:t>i.e</a:t>
            </a:r>
            <a:r>
              <a:rPr lang="en-US" dirty="0"/>
              <a:t>, the byte number of the first byte that is sent in that particular segment. It is used to reassemble the message at the receiving end of the segments that are received out of order.</a:t>
            </a:r>
          </a:p>
          <a:p>
            <a:pPr fontAlgn="base"/>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3077000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DFF4C-371D-011A-A19C-F0C7AC95F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E7EAB-03FB-B57D-3B7E-A83BB1A23526}"/>
              </a:ext>
            </a:extLst>
          </p:cNvPr>
          <p:cNvSpPr>
            <a:spLocks noGrp="1"/>
          </p:cNvSpPr>
          <p:nvPr>
            <p:ph type="title"/>
          </p:nvPr>
        </p:nvSpPr>
        <p:spPr/>
        <p:txBody>
          <a:bodyPr/>
          <a:lstStyle/>
          <a:p>
            <a:pPr fontAlgn="base"/>
            <a:r>
              <a:rPr lang="en-US" b="1" dirty="0"/>
              <a:t>CONTINUE..</a:t>
            </a:r>
          </a:p>
        </p:txBody>
      </p:sp>
      <p:sp>
        <p:nvSpPr>
          <p:cNvPr id="3" name="Content Placeholder 2">
            <a:extLst>
              <a:ext uri="{FF2B5EF4-FFF2-40B4-BE49-F238E27FC236}">
                <a16:creationId xmlns:a16="http://schemas.microsoft.com/office/drawing/2014/main" id="{604BC4A0-B837-0D76-ADD1-7193AA35BA3B}"/>
              </a:ext>
            </a:extLst>
          </p:cNvPr>
          <p:cNvSpPr>
            <a:spLocks noGrp="1"/>
          </p:cNvSpPr>
          <p:nvPr>
            <p:ph idx="1"/>
          </p:nvPr>
        </p:nvSpPr>
        <p:spPr>
          <a:xfrm>
            <a:off x="609600" y="2249424"/>
            <a:ext cx="4220817" cy="4479367"/>
          </a:xfrm>
        </p:spPr>
        <p:txBody>
          <a:bodyPr>
            <a:normAutofit lnSpcReduction="10000"/>
          </a:bodyPr>
          <a:lstStyle/>
          <a:p>
            <a:pPr>
              <a:buFont typeface="Arial" panose="020B0604020202020204" pitchFamily="34" charset="0"/>
              <a:buChar char="•"/>
            </a:pPr>
            <a:r>
              <a:rPr lang="en-US" sz="2400" b="1" dirty="0"/>
              <a:t>Acknowledgement Number:</a:t>
            </a:r>
            <a:r>
              <a:rPr lang="en-US" sz="2400" dirty="0"/>
              <a:t> A 32-bit field that holds the acknowledgement number, </a:t>
            </a:r>
            <a:r>
              <a:rPr lang="en-US" sz="2400" dirty="0" err="1"/>
              <a:t>i.e</a:t>
            </a:r>
            <a:r>
              <a:rPr lang="en-US" sz="2400" dirty="0"/>
              <a:t>, the byte number that the receiver expects to receive next. It is an acknowledgement for the previous bytes being received successfully.</a:t>
            </a:r>
          </a:p>
          <a:p>
            <a:pPr>
              <a:buFont typeface="Arial" panose="020B0604020202020204" pitchFamily="34" charset="0"/>
              <a:buChar char="•"/>
            </a:pPr>
            <a:endParaRPr lang="en-US" sz="2000" dirty="0"/>
          </a:p>
        </p:txBody>
      </p:sp>
      <p:grpSp>
        <p:nvGrpSpPr>
          <p:cNvPr id="7" name="Group 6">
            <a:extLst>
              <a:ext uri="{FF2B5EF4-FFF2-40B4-BE49-F238E27FC236}">
                <a16:creationId xmlns:a16="http://schemas.microsoft.com/office/drawing/2014/main" id="{A4D87C8F-CBE9-A069-B73C-FC4CDBE6E514}"/>
              </a:ext>
            </a:extLst>
          </p:cNvPr>
          <p:cNvGrpSpPr/>
          <p:nvPr/>
        </p:nvGrpSpPr>
        <p:grpSpPr>
          <a:xfrm>
            <a:off x="5514975" y="1143000"/>
            <a:ext cx="6067425" cy="5257800"/>
            <a:chOff x="5514975" y="1143000"/>
            <a:chExt cx="6067425" cy="5257800"/>
          </a:xfrm>
        </p:grpSpPr>
        <p:pic>
          <p:nvPicPr>
            <p:cNvPr id="7172" name="Picture 4" descr="Lightbox">
              <a:extLst>
                <a:ext uri="{FF2B5EF4-FFF2-40B4-BE49-F238E27FC236}">
                  <a16:creationId xmlns:a16="http://schemas.microsoft.com/office/drawing/2014/main" id="{20FCB844-09FD-3679-80AD-57BA95FEB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4975" y="1143000"/>
              <a:ext cx="6067425" cy="52578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981F271-83C1-D767-1008-983061D02CE2}"/>
                </a:ext>
              </a:extLst>
            </p:cNvPr>
            <p:cNvSpPr/>
            <p:nvPr/>
          </p:nvSpPr>
          <p:spPr>
            <a:xfrm>
              <a:off x="5514975" y="4041057"/>
              <a:ext cx="5831451" cy="607143"/>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555894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76F96-7782-9D2D-7E1E-ABA9B8AF3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59F3C-5E90-351F-72E6-322114E80120}"/>
              </a:ext>
            </a:extLst>
          </p:cNvPr>
          <p:cNvSpPr>
            <a:spLocks noGrp="1"/>
          </p:cNvSpPr>
          <p:nvPr>
            <p:ph type="title"/>
          </p:nvPr>
        </p:nvSpPr>
        <p:spPr>
          <a:xfrm>
            <a:off x="245807" y="661220"/>
            <a:ext cx="10972800" cy="1066800"/>
          </a:xfrm>
        </p:spPr>
        <p:txBody>
          <a:bodyPr/>
          <a:lstStyle/>
          <a:p>
            <a:pPr fontAlgn="base"/>
            <a:r>
              <a:rPr lang="en-US" b="1" dirty="0"/>
              <a:t>CONTINUE..</a:t>
            </a:r>
          </a:p>
        </p:txBody>
      </p:sp>
      <p:sp>
        <p:nvSpPr>
          <p:cNvPr id="3" name="Content Placeholder 2">
            <a:extLst>
              <a:ext uri="{FF2B5EF4-FFF2-40B4-BE49-F238E27FC236}">
                <a16:creationId xmlns:a16="http://schemas.microsoft.com/office/drawing/2014/main" id="{1323CC58-81B8-ABFB-08F8-D0D70FF44C1D}"/>
              </a:ext>
            </a:extLst>
          </p:cNvPr>
          <p:cNvSpPr>
            <a:spLocks noGrp="1"/>
          </p:cNvSpPr>
          <p:nvPr>
            <p:ph idx="1"/>
          </p:nvPr>
        </p:nvSpPr>
        <p:spPr>
          <a:xfrm>
            <a:off x="383458" y="1728020"/>
            <a:ext cx="3952568" cy="3669595"/>
          </a:xfrm>
        </p:spPr>
        <p:txBody>
          <a:bodyPr>
            <a:normAutofit fontScale="92500" lnSpcReduction="20000"/>
          </a:bodyPr>
          <a:lstStyle/>
          <a:p>
            <a:pPr>
              <a:buFont typeface="Arial" panose="020B0604020202020204" pitchFamily="34" charset="0"/>
              <a:buChar char="•"/>
            </a:pPr>
            <a:r>
              <a:rPr lang="en-US" b="1" dirty="0"/>
              <a:t>Header Length (HLEN):</a:t>
            </a:r>
            <a:r>
              <a:rPr lang="en-US" dirty="0"/>
              <a:t> This is a 4-bit field that indicates the length of the TCP header by a number of 4-byte words in the header, </a:t>
            </a:r>
            <a:r>
              <a:rPr lang="en-US" dirty="0" err="1"/>
              <a:t>i.e</a:t>
            </a:r>
            <a:r>
              <a:rPr lang="en-US" dirty="0"/>
              <a:t> if the header is 20 bytes(min length of </a:t>
            </a:r>
            <a:r>
              <a:rPr lang="en-US" u="sng" dirty="0"/>
              <a:t>TCP header </a:t>
            </a:r>
            <a:r>
              <a:rPr lang="en-US" dirty="0"/>
              <a:t>)</a:t>
            </a:r>
          </a:p>
        </p:txBody>
      </p:sp>
      <p:grpSp>
        <p:nvGrpSpPr>
          <p:cNvPr id="6" name="Group 5">
            <a:extLst>
              <a:ext uri="{FF2B5EF4-FFF2-40B4-BE49-F238E27FC236}">
                <a16:creationId xmlns:a16="http://schemas.microsoft.com/office/drawing/2014/main" id="{EF7DDFFD-B8F0-0882-D373-D963FF0A7322}"/>
              </a:ext>
            </a:extLst>
          </p:cNvPr>
          <p:cNvGrpSpPr/>
          <p:nvPr/>
        </p:nvGrpSpPr>
        <p:grpSpPr>
          <a:xfrm>
            <a:off x="5388044" y="1143000"/>
            <a:ext cx="6067425" cy="5257800"/>
            <a:chOff x="5388044" y="1143000"/>
            <a:chExt cx="6067425" cy="5257800"/>
          </a:xfrm>
        </p:grpSpPr>
        <p:pic>
          <p:nvPicPr>
            <p:cNvPr id="4" name="Picture 4" descr="Lightbox">
              <a:extLst>
                <a:ext uri="{FF2B5EF4-FFF2-40B4-BE49-F238E27FC236}">
                  <a16:creationId xmlns:a16="http://schemas.microsoft.com/office/drawing/2014/main" id="{B73D5302-6C48-9DF6-06D8-41EDA2CC45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8044" y="1143000"/>
              <a:ext cx="6067425" cy="52578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634DD10-699E-FD22-5CAA-B55E6D9D9BC2}"/>
                </a:ext>
              </a:extLst>
            </p:cNvPr>
            <p:cNvSpPr/>
            <p:nvPr/>
          </p:nvSpPr>
          <p:spPr>
            <a:xfrm>
              <a:off x="5526157" y="4512365"/>
              <a:ext cx="765313" cy="617616"/>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689015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5CFB1-5A09-7A87-E79F-666D79768A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8C16F7-514B-4CCB-6101-4C2451CC251E}"/>
              </a:ext>
            </a:extLst>
          </p:cNvPr>
          <p:cNvSpPr>
            <a:spLocks noGrp="1"/>
          </p:cNvSpPr>
          <p:nvPr>
            <p:ph idx="1"/>
          </p:nvPr>
        </p:nvSpPr>
        <p:spPr>
          <a:xfrm>
            <a:off x="-1" y="568106"/>
            <a:ext cx="6381135" cy="6289893"/>
          </a:xfrm>
        </p:spPr>
        <p:txBody>
          <a:bodyPr>
            <a:normAutofit/>
          </a:bodyPr>
          <a:lstStyle/>
          <a:p>
            <a:pPr>
              <a:lnSpc>
                <a:spcPct val="150000"/>
              </a:lnSpc>
              <a:buFont typeface="Arial" panose="020B0604020202020204" pitchFamily="34" charset="0"/>
              <a:buChar char="•"/>
            </a:pPr>
            <a:r>
              <a:rPr lang="en-US" sz="2000" b="1" dirty="0"/>
              <a:t>Control flags:</a:t>
            </a:r>
            <a:r>
              <a:rPr lang="en-US" sz="2000" dirty="0"/>
              <a:t> These are 6 1-bit control bits that control connection establishment, connection termination, connection abortion, flow control, mode of transfer etc. Their function is:</a:t>
            </a:r>
          </a:p>
          <a:p>
            <a:pPr fontAlgn="base">
              <a:lnSpc>
                <a:spcPct val="150000"/>
              </a:lnSpc>
            </a:pPr>
            <a:r>
              <a:rPr lang="en-US" sz="2000" dirty="0">
                <a:effectLst>
                  <a:outerShdw blurRad="38100" dist="38100" dir="2700000" algn="tl">
                    <a:srgbClr val="000000">
                      <a:alpha val="43137"/>
                    </a:srgbClr>
                  </a:outerShdw>
                </a:effectLst>
              </a:rPr>
              <a:t>URG</a:t>
            </a:r>
            <a:r>
              <a:rPr lang="en-US" sz="2000" dirty="0"/>
              <a:t>: Urgent pointer is valid</a:t>
            </a:r>
          </a:p>
          <a:p>
            <a:pPr fontAlgn="base">
              <a:lnSpc>
                <a:spcPct val="150000"/>
              </a:lnSpc>
            </a:pPr>
            <a:r>
              <a:rPr lang="en-US" sz="2000" dirty="0">
                <a:effectLst>
                  <a:outerShdw blurRad="38100" dist="38100" dir="2700000" algn="tl">
                    <a:srgbClr val="000000">
                      <a:alpha val="43137"/>
                    </a:srgbClr>
                  </a:outerShdw>
                </a:effectLst>
              </a:rPr>
              <a:t>ACK</a:t>
            </a:r>
            <a:r>
              <a:rPr lang="en-US" sz="2000" dirty="0"/>
              <a:t>: Acknowledgement number is valid used in case of cumulative acknowledgement)</a:t>
            </a:r>
          </a:p>
          <a:p>
            <a:pPr fontAlgn="base">
              <a:lnSpc>
                <a:spcPct val="150000"/>
              </a:lnSpc>
            </a:pPr>
            <a:r>
              <a:rPr lang="en-US" sz="2000" dirty="0">
                <a:effectLst>
                  <a:outerShdw blurRad="38100" dist="38100" dir="2700000" algn="tl">
                    <a:srgbClr val="000000">
                      <a:alpha val="43137"/>
                    </a:srgbClr>
                  </a:outerShdw>
                </a:effectLst>
              </a:rPr>
              <a:t>PSH</a:t>
            </a:r>
            <a:r>
              <a:rPr lang="en-US" sz="2000" dirty="0"/>
              <a:t>: Request for push</a:t>
            </a:r>
          </a:p>
          <a:p>
            <a:pPr fontAlgn="base">
              <a:lnSpc>
                <a:spcPct val="150000"/>
              </a:lnSpc>
            </a:pPr>
            <a:r>
              <a:rPr lang="en-US" sz="2000" dirty="0">
                <a:effectLst>
                  <a:outerShdw blurRad="38100" dist="38100" dir="2700000" algn="tl">
                    <a:srgbClr val="000000">
                      <a:alpha val="43137"/>
                    </a:srgbClr>
                  </a:outerShdw>
                </a:effectLst>
              </a:rPr>
              <a:t>RST</a:t>
            </a:r>
            <a:r>
              <a:rPr lang="en-US" sz="2000" dirty="0"/>
              <a:t>: Reset the connection</a:t>
            </a:r>
          </a:p>
          <a:p>
            <a:pPr fontAlgn="base">
              <a:lnSpc>
                <a:spcPct val="150000"/>
              </a:lnSpc>
            </a:pPr>
            <a:r>
              <a:rPr lang="en-US" sz="2000" dirty="0">
                <a:effectLst>
                  <a:outerShdw blurRad="38100" dist="38100" dir="2700000" algn="tl">
                    <a:srgbClr val="000000">
                      <a:alpha val="43137"/>
                    </a:srgbClr>
                  </a:outerShdw>
                </a:effectLst>
              </a:rPr>
              <a:t>SYN</a:t>
            </a:r>
            <a:r>
              <a:rPr lang="en-US" sz="2000" dirty="0"/>
              <a:t>: Synchronize sequence numbers</a:t>
            </a:r>
          </a:p>
          <a:p>
            <a:pPr fontAlgn="base">
              <a:lnSpc>
                <a:spcPct val="150000"/>
              </a:lnSpc>
            </a:pPr>
            <a:r>
              <a:rPr lang="en-US" sz="2000" dirty="0">
                <a:effectLst>
                  <a:outerShdw blurRad="38100" dist="38100" dir="2700000" algn="tl">
                    <a:srgbClr val="000000">
                      <a:alpha val="43137"/>
                    </a:srgbClr>
                  </a:outerShdw>
                </a:effectLst>
              </a:rPr>
              <a:t>FIN</a:t>
            </a:r>
            <a:r>
              <a:rPr lang="en-US" sz="2000" dirty="0"/>
              <a:t>: Terminate the connection</a:t>
            </a:r>
          </a:p>
          <a:p>
            <a:pPr>
              <a:buFont typeface="Arial" panose="020B0604020202020204" pitchFamily="34" charset="0"/>
              <a:buChar char="•"/>
            </a:pPr>
            <a:endParaRPr lang="en-US" dirty="0"/>
          </a:p>
        </p:txBody>
      </p:sp>
      <p:grpSp>
        <p:nvGrpSpPr>
          <p:cNvPr id="9" name="Group 8">
            <a:extLst>
              <a:ext uri="{FF2B5EF4-FFF2-40B4-BE49-F238E27FC236}">
                <a16:creationId xmlns:a16="http://schemas.microsoft.com/office/drawing/2014/main" id="{DC2349F5-D5CA-4612-0218-83BA482A367A}"/>
              </a:ext>
            </a:extLst>
          </p:cNvPr>
          <p:cNvGrpSpPr/>
          <p:nvPr/>
        </p:nvGrpSpPr>
        <p:grpSpPr>
          <a:xfrm>
            <a:off x="6110075" y="1622322"/>
            <a:ext cx="5932680" cy="4778477"/>
            <a:chOff x="6110075" y="1622322"/>
            <a:chExt cx="5932680" cy="4778477"/>
          </a:xfrm>
        </p:grpSpPr>
        <p:pic>
          <p:nvPicPr>
            <p:cNvPr id="7" name="Picture 4" descr="Lightbox">
              <a:extLst>
                <a:ext uri="{FF2B5EF4-FFF2-40B4-BE49-F238E27FC236}">
                  <a16:creationId xmlns:a16="http://schemas.microsoft.com/office/drawing/2014/main" id="{187AE657-A2C0-337B-D347-65F76E25A1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0075" y="1622322"/>
              <a:ext cx="5932680" cy="477847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D6986E13-30B1-8B50-8B0B-715F121D28B9}"/>
                </a:ext>
              </a:extLst>
            </p:cNvPr>
            <p:cNvSpPr/>
            <p:nvPr/>
          </p:nvSpPr>
          <p:spPr>
            <a:xfrm>
              <a:off x="7718322" y="4670323"/>
              <a:ext cx="1366683" cy="565355"/>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064426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8DA4F-7D54-EACE-2884-559296404CF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781F7B3-E4DF-675B-DA2D-E8CF1019E983}"/>
              </a:ext>
            </a:extLst>
          </p:cNvPr>
          <p:cNvSpPr/>
          <p:nvPr/>
        </p:nvSpPr>
        <p:spPr>
          <a:xfrm>
            <a:off x="9183757" y="4263887"/>
            <a:ext cx="2723321" cy="8746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8100">
                <a:noFill/>
              </a:ln>
              <a:noFill/>
            </a:endParaRPr>
          </a:p>
        </p:txBody>
      </p:sp>
      <p:sp>
        <p:nvSpPr>
          <p:cNvPr id="2" name="Title 1">
            <a:extLst>
              <a:ext uri="{FF2B5EF4-FFF2-40B4-BE49-F238E27FC236}">
                <a16:creationId xmlns:a16="http://schemas.microsoft.com/office/drawing/2014/main" id="{EF5B2DBD-4070-2748-8F9C-3C4FD9E8ED87}"/>
              </a:ext>
            </a:extLst>
          </p:cNvPr>
          <p:cNvSpPr>
            <a:spLocks noGrp="1"/>
          </p:cNvSpPr>
          <p:nvPr>
            <p:ph type="title"/>
          </p:nvPr>
        </p:nvSpPr>
        <p:spPr>
          <a:xfrm>
            <a:off x="137651" y="454742"/>
            <a:ext cx="10972800" cy="1066800"/>
          </a:xfrm>
        </p:spPr>
        <p:txBody>
          <a:bodyPr/>
          <a:lstStyle/>
          <a:p>
            <a:pPr fontAlgn="base"/>
            <a:r>
              <a:rPr lang="en-US" b="1" dirty="0"/>
              <a:t>Continue…</a:t>
            </a:r>
          </a:p>
        </p:txBody>
      </p:sp>
      <p:sp>
        <p:nvSpPr>
          <p:cNvPr id="3" name="Content Placeholder 2">
            <a:extLst>
              <a:ext uri="{FF2B5EF4-FFF2-40B4-BE49-F238E27FC236}">
                <a16:creationId xmlns:a16="http://schemas.microsoft.com/office/drawing/2014/main" id="{649B2D75-35BE-C3ED-64EB-F3FCEA07DFCA}"/>
              </a:ext>
            </a:extLst>
          </p:cNvPr>
          <p:cNvSpPr>
            <a:spLocks noGrp="1"/>
          </p:cNvSpPr>
          <p:nvPr>
            <p:ph idx="1"/>
          </p:nvPr>
        </p:nvSpPr>
        <p:spPr>
          <a:xfrm>
            <a:off x="206478" y="1403850"/>
            <a:ext cx="6174658" cy="4325112"/>
          </a:xfrm>
        </p:spPr>
        <p:txBody>
          <a:bodyPr>
            <a:normAutofit fontScale="77500" lnSpcReduction="20000"/>
          </a:bodyPr>
          <a:lstStyle/>
          <a:p>
            <a:pPr fontAlgn="base"/>
            <a:r>
              <a:rPr lang="en-US" b="1" dirty="0"/>
              <a:t>Window size:</a:t>
            </a:r>
            <a:r>
              <a:rPr lang="en-US" dirty="0"/>
              <a:t> This field tells the window size of the sending TCP in bytes.</a:t>
            </a:r>
          </a:p>
          <a:p>
            <a:pPr fontAlgn="base"/>
            <a:r>
              <a:rPr lang="en-US" b="1" dirty="0"/>
              <a:t>Checksum:</a:t>
            </a:r>
            <a:r>
              <a:rPr lang="en-US" dirty="0"/>
              <a:t> This field holds the checksum for </a:t>
            </a:r>
            <a:r>
              <a:rPr lang="en-US" u="sng" dirty="0"/>
              <a:t>error control </a:t>
            </a:r>
            <a:r>
              <a:rPr lang="en-US" dirty="0"/>
              <a:t>. It is mandatory in TCP as opposed to UDP.</a:t>
            </a:r>
          </a:p>
          <a:p>
            <a:pPr fontAlgn="base"/>
            <a:r>
              <a:rPr lang="en-US" b="1" dirty="0"/>
              <a:t>Urgent pointer:</a:t>
            </a:r>
            <a:r>
              <a:rPr lang="en-US" dirty="0"/>
              <a:t> This field (valid only if the URG control flag is set) is used to point to data that is urgently required that needs to reach the receiving process at the earliest. The value of this field is added to the sequence number to get the byte number of the last urgent byte.</a:t>
            </a:r>
          </a:p>
          <a:p>
            <a:pPr>
              <a:buFont typeface="Arial" panose="020B0604020202020204" pitchFamily="34" charset="0"/>
              <a:buChar char="•"/>
            </a:pPr>
            <a:endParaRPr lang="en-US" dirty="0"/>
          </a:p>
        </p:txBody>
      </p:sp>
      <p:pic>
        <p:nvPicPr>
          <p:cNvPr id="4" name="Picture 4" descr="Lightbox">
            <a:extLst>
              <a:ext uri="{FF2B5EF4-FFF2-40B4-BE49-F238E27FC236}">
                <a16:creationId xmlns:a16="http://schemas.microsoft.com/office/drawing/2014/main" id="{5EC74C8E-3CB6-96EA-04BC-82391EA94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4575" y="800100"/>
            <a:ext cx="6067425" cy="52578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6799105-9E38-B4CB-C410-89ED3BB21805}"/>
              </a:ext>
            </a:extLst>
          </p:cNvPr>
          <p:cNvSpPr/>
          <p:nvPr/>
        </p:nvSpPr>
        <p:spPr>
          <a:xfrm>
            <a:off x="9183757" y="4159045"/>
            <a:ext cx="2723321" cy="1066800"/>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4654052-9E8A-BCC4-A875-DD9E209F855A}"/>
              </a:ext>
            </a:extLst>
          </p:cNvPr>
          <p:cNvSpPr/>
          <p:nvPr/>
        </p:nvSpPr>
        <p:spPr>
          <a:xfrm>
            <a:off x="6381136" y="4662162"/>
            <a:ext cx="2762971" cy="563683"/>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559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8277E-F324-6C69-52BA-500F52C68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50B8E-370A-72D0-3B0C-FDBC3144D492}"/>
              </a:ext>
            </a:extLst>
          </p:cNvPr>
          <p:cNvSpPr>
            <a:spLocks noGrp="1"/>
          </p:cNvSpPr>
          <p:nvPr>
            <p:ph type="title"/>
          </p:nvPr>
        </p:nvSpPr>
        <p:spPr/>
        <p:txBody>
          <a:bodyPr>
            <a:normAutofit fontScale="90000"/>
          </a:bodyPr>
          <a:lstStyle/>
          <a:p>
            <a:pPr fontAlgn="base"/>
            <a:r>
              <a:rPr lang="en-US" b="1" dirty="0"/>
              <a:t>Capture TCP handshake with Wireshark	</a:t>
            </a:r>
          </a:p>
        </p:txBody>
      </p:sp>
      <p:sp>
        <p:nvSpPr>
          <p:cNvPr id="3" name="Content Placeholder 2">
            <a:extLst>
              <a:ext uri="{FF2B5EF4-FFF2-40B4-BE49-F238E27FC236}">
                <a16:creationId xmlns:a16="http://schemas.microsoft.com/office/drawing/2014/main" id="{4F8939AA-C6E3-E023-D0E6-771869023182}"/>
              </a:ext>
            </a:extLst>
          </p:cNvPr>
          <p:cNvSpPr>
            <a:spLocks noGrp="1"/>
          </p:cNvSpPr>
          <p:nvPr>
            <p:ph idx="1"/>
          </p:nvPr>
        </p:nvSpPr>
        <p:spPr/>
        <p:txBody>
          <a:bodyPr/>
          <a:lstStyle/>
          <a:p>
            <a:pPr>
              <a:buFont typeface="Arial" panose="020B0604020202020204" pitchFamily="34" charset="0"/>
              <a:buChar char="•"/>
            </a:pPr>
            <a:r>
              <a:rPr lang="en-US" dirty="0"/>
              <a:t>You can use Wireshark app with filtering either source or destination </a:t>
            </a:r>
            <a:r>
              <a:rPr lang="en-US" dirty="0" err="1"/>
              <a:t>ip</a:t>
            </a:r>
            <a:r>
              <a:rPr lang="en-US" dirty="0"/>
              <a:t> address to see the TCP handshake.</a:t>
            </a:r>
          </a:p>
          <a:p>
            <a:pPr>
              <a:buFont typeface="Arial" panose="020B0604020202020204" pitchFamily="34" charset="0"/>
              <a:buChar char="•"/>
            </a:pPr>
            <a:r>
              <a:rPr lang="en-US" dirty="0"/>
              <a:t>We can look at TCP header and find out all these 3 packets</a:t>
            </a:r>
          </a:p>
          <a:p>
            <a:pPr>
              <a:buFont typeface="Arial" panose="020B0604020202020204" pitchFamily="34" charset="0"/>
              <a:buChar char="•"/>
            </a:pPr>
            <a:r>
              <a:rPr lang="en-US" dirty="0"/>
              <a:t>Also we can use Packet tracer </a:t>
            </a:r>
          </a:p>
          <a:p>
            <a:pPr>
              <a:buFont typeface="Arial" panose="020B0604020202020204" pitchFamily="34" charset="0"/>
              <a:buChar char="•"/>
            </a:pPr>
            <a:r>
              <a:rPr lang="en-US" dirty="0"/>
              <a:t>You can see them in next slides</a:t>
            </a:r>
          </a:p>
        </p:txBody>
      </p:sp>
    </p:spTree>
    <p:extLst>
      <p:ext uri="{BB962C8B-B14F-4D97-AF65-F5344CB8AC3E}">
        <p14:creationId xmlns:p14="http://schemas.microsoft.com/office/powerpoint/2010/main" val="1656128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05CC1-6248-4897-294A-9CC1C68A2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49161-AA25-1399-4E9E-4A76715AD2DB}"/>
              </a:ext>
            </a:extLst>
          </p:cNvPr>
          <p:cNvSpPr>
            <a:spLocks noGrp="1"/>
          </p:cNvSpPr>
          <p:nvPr>
            <p:ph type="title"/>
          </p:nvPr>
        </p:nvSpPr>
        <p:spPr>
          <a:xfrm>
            <a:off x="428426" y="432531"/>
            <a:ext cx="10972800" cy="1066800"/>
          </a:xfrm>
        </p:spPr>
        <p:txBody>
          <a:bodyPr/>
          <a:lstStyle/>
          <a:p>
            <a:pPr fontAlgn="base"/>
            <a:r>
              <a:rPr lang="en-US" b="1" dirty="0"/>
              <a:t>SYN flag</a:t>
            </a:r>
          </a:p>
        </p:txBody>
      </p:sp>
      <p:pic>
        <p:nvPicPr>
          <p:cNvPr id="5" name="Content Placeholder 4">
            <a:extLst>
              <a:ext uri="{FF2B5EF4-FFF2-40B4-BE49-F238E27FC236}">
                <a16:creationId xmlns:a16="http://schemas.microsoft.com/office/drawing/2014/main" id="{31EF9B54-9BB4-1C7C-FE89-3401D31E0D64}"/>
              </a:ext>
            </a:extLst>
          </p:cNvPr>
          <p:cNvPicPr>
            <a:picLocks noGrp="1" noChangeAspect="1"/>
          </p:cNvPicPr>
          <p:nvPr>
            <p:ph idx="1"/>
          </p:nvPr>
        </p:nvPicPr>
        <p:blipFill>
          <a:blip r:embed="rId2"/>
          <a:stretch>
            <a:fillRect/>
          </a:stretch>
        </p:blipFill>
        <p:spPr>
          <a:xfrm>
            <a:off x="2802092" y="432531"/>
            <a:ext cx="9236411" cy="5747981"/>
          </a:xfrm>
          <a:prstGeom prst="rect">
            <a:avLst/>
          </a:prstGeom>
        </p:spPr>
      </p:pic>
    </p:spTree>
    <p:extLst>
      <p:ext uri="{BB962C8B-B14F-4D97-AF65-F5344CB8AC3E}">
        <p14:creationId xmlns:p14="http://schemas.microsoft.com/office/powerpoint/2010/main" val="2796375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AFBA8-EFF6-CF0C-7C9A-6F9907204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0CE03-AA8D-8107-04BE-B1310BC53FD7}"/>
              </a:ext>
            </a:extLst>
          </p:cNvPr>
          <p:cNvSpPr>
            <a:spLocks noGrp="1"/>
          </p:cNvSpPr>
          <p:nvPr>
            <p:ph type="title"/>
          </p:nvPr>
        </p:nvSpPr>
        <p:spPr>
          <a:xfrm>
            <a:off x="0" y="202286"/>
            <a:ext cx="10972800" cy="1066800"/>
          </a:xfrm>
        </p:spPr>
        <p:txBody>
          <a:bodyPr/>
          <a:lstStyle/>
          <a:p>
            <a:pPr fontAlgn="base"/>
            <a:r>
              <a:rPr lang="en-US" b="1" dirty="0"/>
              <a:t>AKC Flag</a:t>
            </a:r>
          </a:p>
        </p:txBody>
      </p:sp>
      <p:sp>
        <p:nvSpPr>
          <p:cNvPr id="3" name="Content Placeholder 2">
            <a:extLst>
              <a:ext uri="{FF2B5EF4-FFF2-40B4-BE49-F238E27FC236}">
                <a16:creationId xmlns:a16="http://schemas.microsoft.com/office/drawing/2014/main" id="{D7EA4A63-E06F-12BD-5984-CCD571427BE5}"/>
              </a:ext>
            </a:extLst>
          </p:cNvPr>
          <p:cNvSpPr>
            <a:spLocks noGrp="1"/>
          </p:cNvSpPr>
          <p:nvPr>
            <p:ph idx="1"/>
          </p:nvPr>
        </p:nvSpPr>
        <p:spPr/>
        <p:txBody>
          <a:bodyPr/>
          <a:lstStyle/>
          <a:p>
            <a:pPr>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5E5C405A-10E7-BAB7-6E60-FE9597E1A2CF}"/>
              </a:ext>
            </a:extLst>
          </p:cNvPr>
          <p:cNvPicPr>
            <a:picLocks noChangeAspect="1"/>
          </p:cNvPicPr>
          <p:nvPr/>
        </p:nvPicPr>
        <p:blipFill>
          <a:blip r:embed="rId2"/>
          <a:stretch>
            <a:fillRect/>
          </a:stretch>
        </p:blipFill>
        <p:spPr>
          <a:xfrm>
            <a:off x="4420696" y="379953"/>
            <a:ext cx="7499395" cy="6098093"/>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C10B60C1-F696-AC96-B5E3-0352E213B2D8}"/>
                  </a:ext>
                </a:extLst>
              </p14:cNvPr>
              <p14:cNvContentPartPr/>
              <p14:nvPr/>
            </p14:nvContentPartPr>
            <p14:xfrm>
              <a:off x="4545355" y="5420085"/>
              <a:ext cx="1875600" cy="147240"/>
            </p14:xfrm>
          </p:contentPart>
        </mc:Choice>
        <mc:Fallback xmlns="">
          <p:pic>
            <p:nvPicPr>
              <p:cNvPr id="6" name="Ink 5">
                <a:extLst>
                  <a:ext uri="{FF2B5EF4-FFF2-40B4-BE49-F238E27FC236}">
                    <a16:creationId xmlns:a16="http://schemas.microsoft.com/office/drawing/2014/main" id="{C10B60C1-F696-AC96-B5E3-0352E213B2D8}"/>
                  </a:ext>
                </a:extLst>
              </p:cNvPr>
              <p:cNvPicPr/>
              <p:nvPr/>
            </p:nvPicPr>
            <p:blipFill>
              <a:blip r:embed="rId4"/>
              <a:stretch>
                <a:fillRect/>
              </a:stretch>
            </p:blipFill>
            <p:spPr>
              <a:xfrm>
                <a:off x="4541035" y="5415765"/>
                <a:ext cx="188424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E5A9A8CA-AC42-6BB2-BF00-013FDA9740DD}"/>
                  </a:ext>
                </a:extLst>
              </p14:cNvPr>
              <p14:cNvContentPartPr/>
              <p14:nvPr/>
            </p14:nvContentPartPr>
            <p14:xfrm>
              <a:off x="8228875" y="973365"/>
              <a:ext cx="487800" cy="171360"/>
            </p14:xfrm>
          </p:contentPart>
        </mc:Choice>
        <mc:Fallback xmlns="">
          <p:pic>
            <p:nvPicPr>
              <p:cNvPr id="7" name="Ink 6">
                <a:extLst>
                  <a:ext uri="{FF2B5EF4-FFF2-40B4-BE49-F238E27FC236}">
                    <a16:creationId xmlns:a16="http://schemas.microsoft.com/office/drawing/2014/main" id="{E5A9A8CA-AC42-6BB2-BF00-013FDA9740DD}"/>
                  </a:ext>
                </a:extLst>
              </p:cNvPr>
              <p:cNvPicPr/>
              <p:nvPr/>
            </p:nvPicPr>
            <p:blipFill>
              <a:blip r:embed="rId6"/>
              <a:stretch>
                <a:fillRect/>
              </a:stretch>
            </p:blipFill>
            <p:spPr>
              <a:xfrm>
                <a:off x="8224555" y="969045"/>
                <a:ext cx="496440" cy="180000"/>
              </a:xfrm>
              <a:prstGeom prst="rect">
                <a:avLst/>
              </a:prstGeom>
            </p:spPr>
          </p:pic>
        </mc:Fallback>
      </mc:AlternateContent>
    </p:spTree>
    <p:extLst>
      <p:ext uri="{BB962C8B-B14F-4D97-AF65-F5344CB8AC3E}">
        <p14:creationId xmlns:p14="http://schemas.microsoft.com/office/powerpoint/2010/main" val="672432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24D13-BEC4-3934-0341-38C0D8CEA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828E1-1BEE-438E-B17E-C3E6F8D6A783}"/>
              </a:ext>
            </a:extLst>
          </p:cNvPr>
          <p:cNvSpPr>
            <a:spLocks noGrp="1"/>
          </p:cNvSpPr>
          <p:nvPr>
            <p:ph type="title"/>
          </p:nvPr>
        </p:nvSpPr>
        <p:spPr>
          <a:xfrm>
            <a:off x="122797" y="472002"/>
            <a:ext cx="10972800" cy="1066800"/>
          </a:xfrm>
        </p:spPr>
        <p:txBody>
          <a:bodyPr/>
          <a:lstStyle/>
          <a:p>
            <a:pPr fontAlgn="base"/>
            <a:r>
              <a:rPr lang="en-US" b="1" dirty="0"/>
              <a:t>FIN flag</a:t>
            </a:r>
          </a:p>
        </p:txBody>
      </p:sp>
      <p:pic>
        <p:nvPicPr>
          <p:cNvPr id="5" name="Content Placeholder 4">
            <a:extLst>
              <a:ext uri="{FF2B5EF4-FFF2-40B4-BE49-F238E27FC236}">
                <a16:creationId xmlns:a16="http://schemas.microsoft.com/office/drawing/2014/main" id="{4190D1B7-755D-AD16-B542-A7BE10AE58AD}"/>
              </a:ext>
            </a:extLst>
          </p:cNvPr>
          <p:cNvPicPr>
            <a:picLocks noGrp="1" noChangeAspect="1"/>
          </p:cNvPicPr>
          <p:nvPr>
            <p:ph idx="1"/>
          </p:nvPr>
        </p:nvPicPr>
        <p:blipFill>
          <a:blip r:embed="rId2"/>
          <a:stretch>
            <a:fillRect/>
          </a:stretch>
        </p:blipFill>
        <p:spPr>
          <a:xfrm>
            <a:off x="2545508" y="596746"/>
            <a:ext cx="9523695" cy="6132975"/>
          </a:xfrm>
          <a:prstGeom prst="rect">
            <a:avLst/>
          </a:prstGeom>
        </p:spPr>
      </p:pic>
      <p:grpSp>
        <p:nvGrpSpPr>
          <p:cNvPr id="10" name="Group 9">
            <a:extLst>
              <a:ext uri="{FF2B5EF4-FFF2-40B4-BE49-F238E27FC236}">
                <a16:creationId xmlns:a16="http://schemas.microsoft.com/office/drawing/2014/main" id="{7F8D2041-DC21-6999-7B0E-9E5940638522}"/>
              </a:ext>
            </a:extLst>
          </p:cNvPr>
          <p:cNvGrpSpPr/>
          <p:nvPr/>
        </p:nvGrpSpPr>
        <p:grpSpPr>
          <a:xfrm>
            <a:off x="2141763" y="5954568"/>
            <a:ext cx="1622520" cy="221760"/>
            <a:chOff x="2141763" y="5954568"/>
            <a:chExt cx="1622520" cy="22176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AABAEFE2-B1E0-5467-FB35-6267A25F890B}"/>
                    </a:ext>
                  </a:extLst>
                </p14:cNvPr>
                <p14:cNvContentPartPr/>
                <p14:nvPr/>
              </p14:nvContentPartPr>
              <p14:xfrm>
                <a:off x="2141763" y="6087048"/>
                <a:ext cx="695880" cy="32040"/>
              </p14:xfrm>
            </p:contentPart>
          </mc:Choice>
          <mc:Fallback xmlns="">
            <p:pic>
              <p:nvPicPr>
                <p:cNvPr id="6" name="Ink 5">
                  <a:extLst>
                    <a:ext uri="{FF2B5EF4-FFF2-40B4-BE49-F238E27FC236}">
                      <a16:creationId xmlns:a16="http://schemas.microsoft.com/office/drawing/2014/main" id="{AABAEFE2-B1E0-5467-FB35-6267A25F890B}"/>
                    </a:ext>
                  </a:extLst>
                </p:cNvPr>
                <p:cNvPicPr/>
                <p:nvPr/>
              </p:nvPicPr>
              <p:blipFill>
                <a:blip r:embed="rId4"/>
                <a:stretch>
                  <a:fillRect/>
                </a:stretch>
              </p:blipFill>
              <p:spPr>
                <a:xfrm>
                  <a:off x="2137443" y="6082728"/>
                  <a:ext cx="70452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D00A2397-A689-3419-B5F8-AEADC1270207}"/>
                    </a:ext>
                  </a:extLst>
                </p14:cNvPr>
                <p14:cNvContentPartPr/>
                <p14:nvPr/>
              </p14:nvContentPartPr>
              <p14:xfrm>
                <a:off x="2830443" y="6031248"/>
                <a:ext cx="77760" cy="93960"/>
              </p14:xfrm>
            </p:contentPart>
          </mc:Choice>
          <mc:Fallback xmlns="">
            <p:pic>
              <p:nvPicPr>
                <p:cNvPr id="7" name="Ink 6">
                  <a:extLst>
                    <a:ext uri="{FF2B5EF4-FFF2-40B4-BE49-F238E27FC236}">
                      <a16:creationId xmlns:a16="http://schemas.microsoft.com/office/drawing/2014/main" id="{D00A2397-A689-3419-B5F8-AEADC1270207}"/>
                    </a:ext>
                  </a:extLst>
                </p:cNvPr>
                <p:cNvPicPr/>
                <p:nvPr/>
              </p:nvPicPr>
              <p:blipFill>
                <a:blip r:embed="rId6"/>
                <a:stretch>
                  <a:fillRect/>
                </a:stretch>
              </p:blipFill>
              <p:spPr>
                <a:xfrm>
                  <a:off x="2826123" y="6026928"/>
                  <a:ext cx="8640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012A1311-DEB4-35FA-DA48-ED796D1EEC31}"/>
                    </a:ext>
                  </a:extLst>
                </p14:cNvPr>
                <p14:cNvContentPartPr/>
                <p14:nvPr/>
              </p14:nvContentPartPr>
              <p14:xfrm>
                <a:off x="2696883" y="5954568"/>
                <a:ext cx="1067400" cy="221760"/>
              </p14:xfrm>
            </p:contentPart>
          </mc:Choice>
          <mc:Fallback xmlns="">
            <p:pic>
              <p:nvPicPr>
                <p:cNvPr id="9" name="Ink 8">
                  <a:extLst>
                    <a:ext uri="{FF2B5EF4-FFF2-40B4-BE49-F238E27FC236}">
                      <a16:creationId xmlns:a16="http://schemas.microsoft.com/office/drawing/2014/main" id="{012A1311-DEB4-35FA-DA48-ED796D1EEC31}"/>
                    </a:ext>
                  </a:extLst>
                </p:cNvPr>
                <p:cNvPicPr/>
                <p:nvPr/>
              </p:nvPicPr>
              <p:blipFill>
                <a:blip r:embed="rId8"/>
                <a:stretch>
                  <a:fillRect/>
                </a:stretch>
              </p:blipFill>
              <p:spPr>
                <a:xfrm>
                  <a:off x="2692563" y="5950248"/>
                  <a:ext cx="1076040" cy="230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A44F1296-5306-3C5D-06AE-E2ED729CD6C3}"/>
                  </a:ext>
                </a:extLst>
              </p14:cNvPr>
              <p14:cNvContentPartPr/>
              <p14:nvPr/>
            </p14:nvContentPartPr>
            <p14:xfrm>
              <a:off x="2367843" y="3005088"/>
              <a:ext cx="5176440" cy="215640"/>
            </p14:xfrm>
          </p:contentPart>
        </mc:Choice>
        <mc:Fallback xmlns="">
          <p:pic>
            <p:nvPicPr>
              <p:cNvPr id="11" name="Ink 10">
                <a:extLst>
                  <a:ext uri="{FF2B5EF4-FFF2-40B4-BE49-F238E27FC236}">
                    <a16:creationId xmlns:a16="http://schemas.microsoft.com/office/drawing/2014/main" id="{A44F1296-5306-3C5D-06AE-E2ED729CD6C3}"/>
                  </a:ext>
                </a:extLst>
              </p:cNvPr>
              <p:cNvPicPr/>
              <p:nvPr/>
            </p:nvPicPr>
            <p:blipFill>
              <a:blip r:embed="rId10"/>
              <a:stretch>
                <a:fillRect/>
              </a:stretch>
            </p:blipFill>
            <p:spPr>
              <a:xfrm>
                <a:off x="2363523" y="3000768"/>
                <a:ext cx="5185080" cy="224280"/>
              </a:xfrm>
              <a:prstGeom prst="rect">
                <a:avLst/>
              </a:prstGeom>
            </p:spPr>
          </p:pic>
        </mc:Fallback>
      </mc:AlternateContent>
    </p:spTree>
    <p:extLst>
      <p:ext uri="{BB962C8B-B14F-4D97-AF65-F5344CB8AC3E}">
        <p14:creationId xmlns:p14="http://schemas.microsoft.com/office/powerpoint/2010/main" val="1453165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80796-0394-1A01-B1B1-63B560F8F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EE5B80-19A1-ADB9-D630-AC10327A7B61}"/>
              </a:ext>
            </a:extLst>
          </p:cNvPr>
          <p:cNvSpPr>
            <a:spLocks noGrp="1"/>
          </p:cNvSpPr>
          <p:nvPr>
            <p:ph type="title"/>
          </p:nvPr>
        </p:nvSpPr>
        <p:spPr/>
        <p:txBody>
          <a:bodyPr>
            <a:normAutofit fontScale="90000"/>
          </a:bodyPr>
          <a:lstStyle/>
          <a:p>
            <a:pPr fontAlgn="base"/>
            <a:r>
              <a:rPr lang="en-US" b="1" dirty="0">
                <a:hlinkClick r:id="rId2"/>
              </a:rPr>
              <a:t>https://www.youtube.com/watch?v=F27PLin3TV0</a:t>
            </a:r>
            <a:endParaRPr lang="en-US" b="1" dirty="0"/>
          </a:p>
        </p:txBody>
      </p:sp>
      <p:sp>
        <p:nvSpPr>
          <p:cNvPr id="3" name="Content Placeholder 2">
            <a:extLst>
              <a:ext uri="{FF2B5EF4-FFF2-40B4-BE49-F238E27FC236}">
                <a16:creationId xmlns:a16="http://schemas.microsoft.com/office/drawing/2014/main" id="{FBBDDCB2-8410-1B98-E8AB-AC7FF0D025D0}"/>
              </a:ext>
            </a:extLst>
          </p:cNvPr>
          <p:cNvSpPr>
            <a:spLocks noGrp="1"/>
          </p:cNvSpPr>
          <p:nvPr>
            <p:ph idx="1"/>
          </p:nvPr>
        </p:nvSpPr>
        <p:spPr/>
        <p:txBody>
          <a:bodyPr/>
          <a:lstStyle/>
          <a:p>
            <a:pPr>
              <a:buFont typeface="Arial" panose="020B0604020202020204" pitchFamily="34" charset="0"/>
              <a:buChar char="•"/>
            </a:pPr>
            <a:r>
              <a:rPr lang="en-US" dirty="0"/>
              <a:t>Watch this video to understand better </a:t>
            </a:r>
            <a:r>
              <a:rPr lang="en-US"/>
              <a:t>TCP handshake</a:t>
            </a:r>
            <a:endParaRPr lang="en-US" dirty="0"/>
          </a:p>
        </p:txBody>
      </p:sp>
    </p:spTree>
    <p:extLst>
      <p:ext uri="{BB962C8B-B14F-4D97-AF65-F5344CB8AC3E}">
        <p14:creationId xmlns:p14="http://schemas.microsoft.com/office/powerpoint/2010/main" val="356878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lipart&#10;&#10;Description generated with high confidence">
            <a:extLst>
              <a:ext uri="{FF2B5EF4-FFF2-40B4-BE49-F238E27FC236}">
                <a16:creationId xmlns:a16="http://schemas.microsoft.com/office/drawing/2014/main" id="{1B9AB251-5F85-4D18-AC6C-B42E2B0567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6225" y="2619375"/>
            <a:ext cx="4019550" cy="1619250"/>
          </a:xfrm>
          <a:prstGeom prst="rect">
            <a:avLst/>
          </a:prstGeom>
        </p:spPr>
      </p:pic>
    </p:spTree>
    <p:extLst>
      <p:ext uri="{BB962C8B-B14F-4D97-AF65-F5344CB8AC3E}">
        <p14:creationId xmlns:p14="http://schemas.microsoft.com/office/powerpoint/2010/main" val="167697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raining presentation">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Training presentation.potx" id="{7B9FCAFE-DDE5-4198-9987-54DFCAD80598}" vid="{6015A8B0-C387-4E39-945C-0F39E3EB10B6}"/>
    </a:ext>
  </a:extLst>
</a:theme>
</file>

<file path=ppt/theme/theme2.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16338</TotalTime>
  <Words>926</Words>
  <Application>Microsoft Office PowerPoint</Application>
  <PresentationFormat>Widescreen</PresentationFormat>
  <Paragraphs>89</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Consolas</vt:lpstr>
      <vt:lpstr>Georgia</vt:lpstr>
      <vt:lpstr>Verdana</vt:lpstr>
      <vt:lpstr>Wingdings 2</vt:lpstr>
      <vt:lpstr>Training presentation</vt:lpstr>
      <vt:lpstr>TCP-Protocol</vt:lpstr>
      <vt:lpstr>TCPIP Protocol Suite</vt:lpstr>
      <vt:lpstr>TCP/IP Model</vt:lpstr>
      <vt:lpstr>TCP-IP Model</vt:lpstr>
      <vt:lpstr>TCP/IP Model Detail 1</vt:lpstr>
      <vt:lpstr>TCP/IP Model Detail 2</vt:lpstr>
      <vt:lpstr>TCP/IP Model Detail 2</vt:lpstr>
      <vt:lpstr>TCP Features</vt:lpstr>
      <vt:lpstr>What is the TCP 3-Way Handshake? </vt:lpstr>
      <vt:lpstr>TCP 3-Way Handshake Process</vt:lpstr>
      <vt:lpstr>https://www.geeksforgeeks.org/computer-networks/what-is-transmission-control-protocol-tcp/</vt:lpstr>
      <vt:lpstr>PowerPoint Presentation</vt:lpstr>
      <vt:lpstr>PowerPoint Presentation</vt:lpstr>
      <vt:lpstr>TCP Segment Structure </vt:lpstr>
      <vt:lpstr>PowerPoint Presentation</vt:lpstr>
      <vt:lpstr>Header fields:</vt:lpstr>
      <vt:lpstr>CONTINUE..</vt:lpstr>
      <vt:lpstr>CONTINUE..</vt:lpstr>
      <vt:lpstr>PowerPoint Presentation</vt:lpstr>
      <vt:lpstr>Continue…</vt:lpstr>
      <vt:lpstr>Capture TCP handshake with Wireshark </vt:lpstr>
      <vt:lpstr>SYN flag</vt:lpstr>
      <vt:lpstr>AKC Flag</vt:lpstr>
      <vt:lpstr>FIN flag</vt:lpstr>
      <vt:lpstr>https://www.youtube.com/watch?v=F27PLin3TV0</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Training Presentation</dc:title>
  <dc:creator>Brendan L. Wood</dc:creator>
  <cp:lastModifiedBy>Andrew-Nicholas Rusu</cp:lastModifiedBy>
  <cp:revision>80</cp:revision>
  <dcterms:created xsi:type="dcterms:W3CDTF">2017-08-20T02:20:11Z</dcterms:created>
  <dcterms:modified xsi:type="dcterms:W3CDTF">2025-12-02T17:01:11Z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